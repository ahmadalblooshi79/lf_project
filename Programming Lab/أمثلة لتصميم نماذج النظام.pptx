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240" autoAdjust="0"/>
    <p:restoredTop sz="94660"/>
  </p:normalViewPr>
  <p:slideViewPr>
    <p:cSldViewPr snapToGrid="0">
      <p:cViewPr>
        <p:scale>
          <a:sx n="125" d="100"/>
          <a:sy n="125" d="100"/>
        </p:scale>
        <p:origin x="306" y="-53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D023B-E011-4EB6-8E96-031190C8BA1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C62187E-DAA4-43B3-AB4A-A6B5DE0DDD3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154F20E-DE80-41B6-B78D-0F83A49C1C47}"/>
              </a:ext>
            </a:extLst>
          </p:cNvPr>
          <p:cNvSpPr>
            <a:spLocks noGrp="1"/>
          </p:cNvSpPr>
          <p:nvPr>
            <p:ph type="dt" sz="half" idx="10"/>
          </p:nvPr>
        </p:nvSpPr>
        <p:spPr/>
        <p:txBody>
          <a:bodyPr/>
          <a:lstStyle/>
          <a:p>
            <a:fld id="{2EF42B9B-E206-430B-A0FC-6ABD0511712D}" type="datetimeFigureOut">
              <a:rPr lang="en-US" smtClean="0"/>
              <a:t>5/14/2026</a:t>
            </a:fld>
            <a:endParaRPr lang="en-US"/>
          </a:p>
        </p:txBody>
      </p:sp>
      <p:sp>
        <p:nvSpPr>
          <p:cNvPr id="5" name="Footer Placeholder 4">
            <a:extLst>
              <a:ext uri="{FF2B5EF4-FFF2-40B4-BE49-F238E27FC236}">
                <a16:creationId xmlns:a16="http://schemas.microsoft.com/office/drawing/2014/main" id="{98B0E821-535B-4F6C-A50F-4FF272D52A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31B0FD-0129-480F-9EAD-DCA7EB11F094}"/>
              </a:ext>
            </a:extLst>
          </p:cNvPr>
          <p:cNvSpPr>
            <a:spLocks noGrp="1"/>
          </p:cNvSpPr>
          <p:nvPr>
            <p:ph type="sldNum" sz="quarter" idx="12"/>
          </p:nvPr>
        </p:nvSpPr>
        <p:spPr/>
        <p:txBody>
          <a:bodyPr/>
          <a:lstStyle/>
          <a:p>
            <a:fld id="{73A00502-978F-47D7-9669-62A73599D176}" type="slidenum">
              <a:rPr lang="en-US" smtClean="0"/>
              <a:t>‹#›</a:t>
            </a:fld>
            <a:endParaRPr lang="en-US"/>
          </a:p>
        </p:txBody>
      </p:sp>
    </p:spTree>
    <p:extLst>
      <p:ext uri="{BB962C8B-B14F-4D97-AF65-F5344CB8AC3E}">
        <p14:creationId xmlns:p14="http://schemas.microsoft.com/office/powerpoint/2010/main" val="10300523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10744-03C3-472F-ADDF-141C4FD8A08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D0B3057-288D-4131-940E-BFC04C4C505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91E2CC-4780-4526-9CC5-45F2FEA06C95}"/>
              </a:ext>
            </a:extLst>
          </p:cNvPr>
          <p:cNvSpPr>
            <a:spLocks noGrp="1"/>
          </p:cNvSpPr>
          <p:nvPr>
            <p:ph type="dt" sz="half" idx="10"/>
          </p:nvPr>
        </p:nvSpPr>
        <p:spPr/>
        <p:txBody>
          <a:bodyPr/>
          <a:lstStyle/>
          <a:p>
            <a:fld id="{2EF42B9B-E206-430B-A0FC-6ABD0511712D}" type="datetimeFigureOut">
              <a:rPr lang="en-US" smtClean="0"/>
              <a:t>5/14/2026</a:t>
            </a:fld>
            <a:endParaRPr lang="en-US"/>
          </a:p>
        </p:txBody>
      </p:sp>
      <p:sp>
        <p:nvSpPr>
          <p:cNvPr id="5" name="Footer Placeholder 4">
            <a:extLst>
              <a:ext uri="{FF2B5EF4-FFF2-40B4-BE49-F238E27FC236}">
                <a16:creationId xmlns:a16="http://schemas.microsoft.com/office/drawing/2014/main" id="{FE56ABBF-7556-4648-9A03-C5F25D7327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93ABD6-8848-4F1A-A472-CA10DCA3D572}"/>
              </a:ext>
            </a:extLst>
          </p:cNvPr>
          <p:cNvSpPr>
            <a:spLocks noGrp="1"/>
          </p:cNvSpPr>
          <p:nvPr>
            <p:ph type="sldNum" sz="quarter" idx="12"/>
          </p:nvPr>
        </p:nvSpPr>
        <p:spPr/>
        <p:txBody>
          <a:bodyPr/>
          <a:lstStyle/>
          <a:p>
            <a:fld id="{73A00502-978F-47D7-9669-62A73599D176}" type="slidenum">
              <a:rPr lang="en-US" smtClean="0"/>
              <a:t>‹#›</a:t>
            </a:fld>
            <a:endParaRPr lang="en-US"/>
          </a:p>
        </p:txBody>
      </p:sp>
    </p:spTree>
    <p:extLst>
      <p:ext uri="{BB962C8B-B14F-4D97-AF65-F5344CB8AC3E}">
        <p14:creationId xmlns:p14="http://schemas.microsoft.com/office/powerpoint/2010/main" val="20606783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F36082-E8B3-4830-91A6-7574DB03D19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41B3493-7052-4044-ACB4-06B839F74AA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C73CA36-0AA3-4F0E-9B0C-9F1073279E55}"/>
              </a:ext>
            </a:extLst>
          </p:cNvPr>
          <p:cNvSpPr>
            <a:spLocks noGrp="1"/>
          </p:cNvSpPr>
          <p:nvPr>
            <p:ph type="dt" sz="half" idx="10"/>
          </p:nvPr>
        </p:nvSpPr>
        <p:spPr/>
        <p:txBody>
          <a:bodyPr/>
          <a:lstStyle/>
          <a:p>
            <a:fld id="{2EF42B9B-E206-430B-A0FC-6ABD0511712D}" type="datetimeFigureOut">
              <a:rPr lang="en-US" smtClean="0"/>
              <a:t>5/14/2026</a:t>
            </a:fld>
            <a:endParaRPr lang="en-US"/>
          </a:p>
        </p:txBody>
      </p:sp>
      <p:sp>
        <p:nvSpPr>
          <p:cNvPr id="5" name="Footer Placeholder 4">
            <a:extLst>
              <a:ext uri="{FF2B5EF4-FFF2-40B4-BE49-F238E27FC236}">
                <a16:creationId xmlns:a16="http://schemas.microsoft.com/office/drawing/2014/main" id="{DF55761B-B434-4AEB-A15A-E50D1160AD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628CB9-5375-4E79-AFA0-C45FCBA25C5D}"/>
              </a:ext>
            </a:extLst>
          </p:cNvPr>
          <p:cNvSpPr>
            <a:spLocks noGrp="1"/>
          </p:cNvSpPr>
          <p:nvPr>
            <p:ph type="sldNum" sz="quarter" idx="12"/>
          </p:nvPr>
        </p:nvSpPr>
        <p:spPr/>
        <p:txBody>
          <a:bodyPr/>
          <a:lstStyle/>
          <a:p>
            <a:fld id="{73A00502-978F-47D7-9669-62A73599D176}" type="slidenum">
              <a:rPr lang="en-US" smtClean="0"/>
              <a:t>‹#›</a:t>
            </a:fld>
            <a:endParaRPr lang="en-US"/>
          </a:p>
        </p:txBody>
      </p:sp>
    </p:spTree>
    <p:extLst>
      <p:ext uri="{BB962C8B-B14F-4D97-AF65-F5344CB8AC3E}">
        <p14:creationId xmlns:p14="http://schemas.microsoft.com/office/powerpoint/2010/main" val="23302071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24230-4944-4C9F-8268-2BD6DD5A8B4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BF575AF-FFC5-4F10-A300-9CAA8C5912C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1AA6DCC-315E-489F-800B-A50CFF6B898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C10F877-4B33-4984-8E31-33C147C96FD5}"/>
              </a:ext>
            </a:extLst>
          </p:cNvPr>
          <p:cNvSpPr>
            <a:spLocks noGrp="1"/>
          </p:cNvSpPr>
          <p:nvPr>
            <p:ph type="dt" sz="half" idx="10"/>
          </p:nvPr>
        </p:nvSpPr>
        <p:spPr/>
        <p:txBody>
          <a:bodyPr/>
          <a:lstStyle/>
          <a:p>
            <a:fld id="{2EF42B9B-E206-430B-A0FC-6ABD0511712D}" type="datetimeFigureOut">
              <a:rPr lang="en-US" smtClean="0"/>
              <a:t>5/14/2026</a:t>
            </a:fld>
            <a:endParaRPr lang="en-US"/>
          </a:p>
        </p:txBody>
      </p:sp>
      <p:sp>
        <p:nvSpPr>
          <p:cNvPr id="6" name="Footer Placeholder 5">
            <a:extLst>
              <a:ext uri="{FF2B5EF4-FFF2-40B4-BE49-F238E27FC236}">
                <a16:creationId xmlns:a16="http://schemas.microsoft.com/office/drawing/2014/main" id="{01463F2B-5A4D-4949-AE4E-4F26763A355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EC1F5B9-9E21-455F-8F0E-BC01B92DACCB}"/>
              </a:ext>
            </a:extLst>
          </p:cNvPr>
          <p:cNvSpPr>
            <a:spLocks noGrp="1"/>
          </p:cNvSpPr>
          <p:nvPr>
            <p:ph type="sldNum" sz="quarter" idx="12"/>
          </p:nvPr>
        </p:nvSpPr>
        <p:spPr/>
        <p:txBody>
          <a:bodyPr/>
          <a:lstStyle/>
          <a:p>
            <a:fld id="{73A00502-978F-47D7-9669-62A73599D176}" type="slidenum">
              <a:rPr lang="en-US" smtClean="0"/>
              <a:t>‹#›</a:t>
            </a:fld>
            <a:endParaRPr lang="en-US"/>
          </a:p>
        </p:txBody>
      </p:sp>
    </p:spTree>
    <p:extLst>
      <p:ext uri="{BB962C8B-B14F-4D97-AF65-F5344CB8AC3E}">
        <p14:creationId xmlns:p14="http://schemas.microsoft.com/office/powerpoint/2010/main" val="32711589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B9E74-7F66-46A3-93E0-1828FB7FA19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C53FEEE-48C4-4B11-B17C-FA49FD6D652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6D8E360-8A1E-4D8D-BFB6-4A2CD6EF2DE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0CCEB1B-DE76-4B8B-847C-7FD4C4141DD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5E96512-38A9-49B4-9525-9F6F802C08C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BF55BA2-9D9B-4F32-BCEC-AA69B7ECC330}"/>
              </a:ext>
            </a:extLst>
          </p:cNvPr>
          <p:cNvSpPr>
            <a:spLocks noGrp="1"/>
          </p:cNvSpPr>
          <p:nvPr>
            <p:ph type="dt" sz="half" idx="10"/>
          </p:nvPr>
        </p:nvSpPr>
        <p:spPr/>
        <p:txBody>
          <a:bodyPr/>
          <a:lstStyle/>
          <a:p>
            <a:fld id="{2EF42B9B-E206-430B-A0FC-6ABD0511712D}" type="datetimeFigureOut">
              <a:rPr lang="en-US" smtClean="0"/>
              <a:t>5/14/2026</a:t>
            </a:fld>
            <a:endParaRPr lang="en-US"/>
          </a:p>
        </p:txBody>
      </p:sp>
      <p:sp>
        <p:nvSpPr>
          <p:cNvPr id="8" name="Footer Placeholder 7">
            <a:extLst>
              <a:ext uri="{FF2B5EF4-FFF2-40B4-BE49-F238E27FC236}">
                <a16:creationId xmlns:a16="http://schemas.microsoft.com/office/drawing/2014/main" id="{7599D87D-531B-45EA-B04F-1527E8DDE3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93D8E1A-8916-438D-AE24-3656711C1EBE}"/>
              </a:ext>
            </a:extLst>
          </p:cNvPr>
          <p:cNvSpPr>
            <a:spLocks noGrp="1"/>
          </p:cNvSpPr>
          <p:nvPr>
            <p:ph type="sldNum" sz="quarter" idx="12"/>
          </p:nvPr>
        </p:nvSpPr>
        <p:spPr/>
        <p:txBody>
          <a:bodyPr/>
          <a:lstStyle/>
          <a:p>
            <a:fld id="{73A00502-978F-47D7-9669-62A73599D176}" type="slidenum">
              <a:rPr lang="en-US" smtClean="0"/>
              <a:t>‹#›</a:t>
            </a:fld>
            <a:endParaRPr lang="en-US"/>
          </a:p>
        </p:txBody>
      </p:sp>
    </p:spTree>
    <p:extLst>
      <p:ext uri="{BB962C8B-B14F-4D97-AF65-F5344CB8AC3E}">
        <p14:creationId xmlns:p14="http://schemas.microsoft.com/office/powerpoint/2010/main" val="9477357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4013E-1298-4638-8EAD-BECCADCF72A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DEE62F9-2DFC-4718-A6FC-B055CC2DEBD9}"/>
              </a:ext>
            </a:extLst>
          </p:cNvPr>
          <p:cNvSpPr>
            <a:spLocks noGrp="1"/>
          </p:cNvSpPr>
          <p:nvPr>
            <p:ph type="dt" sz="half" idx="10"/>
          </p:nvPr>
        </p:nvSpPr>
        <p:spPr/>
        <p:txBody>
          <a:bodyPr/>
          <a:lstStyle/>
          <a:p>
            <a:fld id="{2EF42B9B-E206-430B-A0FC-6ABD0511712D}" type="datetimeFigureOut">
              <a:rPr lang="en-US" smtClean="0"/>
              <a:t>5/14/2026</a:t>
            </a:fld>
            <a:endParaRPr lang="en-US"/>
          </a:p>
        </p:txBody>
      </p:sp>
      <p:sp>
        <p:nvSpPr>
          <p:cNvPr id="4" name="Footer Placeholder 3">
            <a:extLst>
              <a:ext uri="{FF2B5EF4-FFF2-40B4-BE49-F238E27FC236}">
                <a16:creationId xmlns:a16="http://schemas.microsoft.com/office/drawing/2014/main" id="{0B267419-E1B0-407E-8AED-1982472F139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56DDA0F-6676-4B9D-A9DA-3FA00F338444}"/>
              </a:ext>
            </a:extLst>
          </p:cNvPr>
          <p:cNvSpPr>
            <a:spLocks noGrp="1"/>
          </p:cNvSpPr>
          <p:nvPr>
            <p:ph type="sldNum" sz="quarter" idx="12"/>
          </p:nvPr>
        </p:nvSpPr>
        <p:spPr/>
        <p:txBody>
          <a:bodyPr/>
          <a:lstStyle/>
          <a:p>
            <a:fld id="{73A00502-978F-47D7-9669-62A73599D176}" type="slidenum">
              <a:rPr lang="en-US" smtClean="0"/>
              <a:t>‹#›</a:t>
            </a:fld>
            <a:endParaRPr lang="en-US"/>
          </a:p>
        </p:txBody>
      </p:sp>
    </p:spTree>
    <p:extLst>
      <p:ext uri="{BB962C8B-B14F-4D97-AF65-F5344CB8AC3E}">
        <p14:creationId xmlns:p14="http://schemas.microsoft.com/office/powerpoint/2010/main" val="9579728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0456019-0522-46D3-A91E-705D3D19E982}"/>
              </a:ext>
            </a:extLst>
          </p:cNvPr>
          <p:cNvSpPr>
            <a:spLocks noGrp="1"/>
          </p:cNvSpPr>
          <p:nvPr>
            <p:ph type="dt" sz="half" idx="10"/>
          </p:nvPr>
        </p:nvSpPr>
        <p:spPr/>
        <p:txBody>
          <a:bodyPr/>
          <a:lstStyle/>
          <a:p>
            <a:fld id="{2EF42B9B-E206-430B-A0FC-6ABD0511712D}" type="datetimeFigureOut">
              <a:rPr lang="en-US" smtClean="0"/>
              <a:t>5/14/2026</a:t>
            </a:fld>
            <a:endParaRPr lang="en-US"/>
          </a:p>
        </p:txBody>
      </p:sp>
      <p:sp>
        <p:nvSpPr>
          <p:cNvPr id="3" name="Footer Placeholder 2">
            <a:extLst>
              <a:ext uri="{FF2B5EF4-FFF2-40B4-BE49-F238E27FC236}">
                <a16:creationId xmlns:a16="http://schemas.microsoft.com/office/drawing/2014/main" id="{217D6558-D59C-445D-BF3A-CE6365E9B6D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9AD55AF-7C5A-4779-89C9-139A08A0B8A1}"/>
              </a:ext>
            </a:extLst>
          </p:cNvPr>
          <p:cNvSpPr>
            <a:spLocks noGrp="1"/>
          </p:cNvSpPr>
          <p:nvPr>
            <p:ph type="sldNum" sz="quarter" idx="12"/>
          </p:nvPr>
        </p:nvSpPr>
        <p:spPr/>
        <p:txBody>
          <a:bodyPr/>
          <a:lstStyle/>
          <a:p>
            <a:fld id="{73A00502-978F-47D7-9669-62A73599D176}" type="slidenum">
              <a:rPr lang="en-US" smtClean="0"/>
              <a:t>‹#›</a:t>
            </a:fld>
            <a:endParaRPr lang="en-US"/>
          </a:p>
        </p:txBody>
      </p:sp>
    </p:spTree>
    <p:extLst>
      <p:ext uri="{BB962C8B-B14F-4D97-AF65-F5344CB8AC3E}">
        <p14:creationId xmlns:p14="http://schemas.microsoft.com/office/powerpoint/2010/main" val="16457395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30B93-EA49-4B05-877A-5500687696B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7A5071E-E9D8-49AF-BC57-E686F63B1F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5FA9E47-02AE-410F-A6F2-6CCB833739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70C8FD0-39D5-40DA-A65C-D014B1337CE6}"/>
              </a:ext>
            </a:extLst>
          </p:cNvPr>
          <p:cNvSpPr>
            <a:spLocks noGrp="1"/>
          </p:cNvSpPr>
          <p:nvPr>
            <p:ph type="dt" sz="half" idx="10"/>
          </p:nvPr>
        </p:nvSpPr>
        <p:spPr/>
        <p:txBody>
          <a:bodyPr/>
          <a:lstStyle/>
          <a:p>
            <a:fld id="{2EF42B9B-E206-430B-A0FC-6ABD0511712D}" type="datetimeFigureOut">
              <a:rPr lang="en-US" smtClean="0"/>
              <a:t>5/14/2026</a:t>
            </a:fld>
            <a:endParaRPr lang="en-US"/>
          </a:p>
        </p:txBody>
      </p:sp>
      <p:sp>
        <p:nvSpPr>
          <p:cNvPr id="6" name="Footer Placeholder 5">
            <a:extLst>
              <a:ext uri="{FF2B5EF4-FFF2-40B4-BE49-F238E27FC236}">
                <a16:creationId xmlns:a16="http://schemas.microsoft.com/office/drawing/2014/main" id="{BF09FE62-E052-48F0-97EC-1E7DD91844E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A67FD48-7374-4E46-8CC0-62ACEE95D297}"/>
              </a:ext>
            </a:extLst>
          </p:cNvPr>
          <p:cNvSpPr>
            <a:spLocks noGrp="1"/>
          </p:cNvSpPr>
          <p:nvPr>
            <p:ph type="sldNum" sz="quarter" idx="12"/>
          </p:nvPr>
        </p:nvSpPr>
        <p:spPr/>
        <p:txBody>
          <a:bodyPr/>
          <a:lstStyle/>
          <a:p>
            <a:fld id="{73A00502-978F-47D7-9669-62A73599D176}" type="slidenum">
              <a:rPr lang="en-US" smtClean="0"/>
              <a:t>‹#›</a:t>
            </a:fld>
            <a:endParaRPr lang="en-US"/>
          </a:p>
        </p:txBody>
      </p:sp>
    </p:spTree>
    <p:extLst>
      <p:ext uri="{BB962C8B-B14F-4D97-AF65-F5344CB8AC3E}">
        <p14:creationId xmlns:p14="http://schemas.microsoft.com/office/powerpoint/2010/main" val="35213915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18705-8299-4069-8BF1-5BC4896C96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5F70A98-F484-4F12-BF67-8B4D9B28850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C322F05-3673-4C56-857B-2BD5395E2B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B9BDCA1-17AE-4237-A116-E86761A9D882}"/>
              </a:ext>
            </a:extLst>
          </p:cNvPr>
          <p:cNvSpPr>
            <a:spLocks noGrp="1"/>
          </p:cNvSpPr>
          <p:nvPr>
            <p:ph type="dt" sz="half" idx="10"/>
          </p:nvPr>
        </p:nvSpPr>
        <p:spPr/>
        <p:txBody>
          <a:bodyPr/>
          <a:lstStyle/>
          <a:p>
            <a:fld id="{2EF42B9B-E206-430B-A0FC-6ABD0511712D}" type="datetimeFigureOut">
              <a:rPr lang="en-US" smtClean="0"/>
              <a:t>5/14/2026</a:t>
            </a:fld>
            <a:endParaRPr lang="en-US"/>
          </a:p>
        </p:txBody>
      </p:sp>
      <p:sp>
        <p:nvSpPr>
          <p:cNvPr id="6" name="Footer Placeholder 5">
            <a:extLst>
              <a:ext uri="{FF2B5EF4-FFF2-40B4-BE49-F238E27FC236}">
                <a16:creationId xmlns:a16="http://schemas.microsoft.com/office/drawing/2014/main" id="{CD27FF57-AB76-4B02-AC6B-0211AF7BE91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C5846F-AACF-4DD9-B40D-26DCD14D8309}"/>
              </a:ext>
            </a:extLst>
          </p:cNvPr>
          <p:cNvSpPr>
            <a:spLocks noGrp="1"/>
          </p:cNvSpPr>
          <p:nvPr>
            <p:ph type="sldNum" sz="quarter" idx="12"/>
          </p:nvPr>
        </p:nvSpPr>
        <p:spPr/>
        <p:txBody>
          <a:bodyPr/>
          <a:lstStyle/>
          <a:p>
            <a:fld id="{73A00502-978F-47D7-9669-62A73599D176}" type="slidenum">
              <a:rPr lang="en-US" smtClean="0"/>
              <a:t>‹#›</a:t>
            </a:fld>
            <a:endParaRPr lang="en-US"/>
          </a:p>
        </p:txBody>
      </p:sp>
    </p:spTree>
    <p:extLst>
      <p:ext uri="{BB962C8B-B14F-4D97-AF65-F5344CB8AC3E}">
        <p14:creationId xmlns:p14="http://schemas.microsoft.com/office/powerpoint/2010/main" val="33162409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6B1C7-4E8B-4980-82DC-94C07818B85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039D4E3-5A43-477F-8BA4-67D113DB226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66F2E3-BA35-4CF4-9863-3526193A721E}"/>
              </a:ext>
            </a:extLst>
          </p:cNvPr>
          <p:cNvSpPr>
            <a:spLocks noGrp="1"/>
          </p:cNvSpPr>
          <p:nvPr>
            <p:ph type="dt" sz="half" idx="10"/>
          </p:nvPr>
        </p:nvSpPr>
        <p:spPr/>
        <p:txBody>
          <a:bodyPr/>
          <a:lstStyle/>
          <a:p>
            <a:fld id="{2EF42B9B-E206-430B-A0FC-6ABD0511712D}" type="datetimeFigureOut">
              <a:rPr lang="en-US" smtClean="0"/>
              <a:t>5/14/2026</a:t>
            </a:fld>
            <a:endParaRPr lang="en-US"/>
          </a:p>
        </p:txBody>
      </p:sp>
      <p:sp>
        <p:nvSpPr>
          <p:cNvPr id="5" name="Footer Placeholder 4">
            <a:extLst>
              <a:ext uri="{FF2B5EF4-FFF2-40B4-BE49-F238E27FC236}">
                <a16:creationId xmlns:a16="http://schemas.microsoft.com/office/drawing/2014/main" id="{2164A316-1436-483E-9F1C-EC7BF36E21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A30D25-476F-4E40-A735-A2EEB9B4C269}"/>
              </a:ext>
            </a:extLst>
          </p:cNvPr>
          <p:cNvSpPr>
            <a:spLocks noGrp="1"/>
          </p:cNvSpPr>
          <p:nvPr>
            <p:ph type="sldNum" sz="quarter" idx="12"/>
          </p:nvPr>
        </p:nvSpPr>
        <p:spPr/>
        <p:txBody>
          <a:bodyPr/>
          <a:lstStyle/>
          <a:p>
            <a:fld id="{73A00502-978F-47D7-9669-62A73599D176}" type="slidenum">
              <a:rPr lang="en-US" smtClean="0"/>
              <a:t>‹#›</a:t>
            </a:fld>
            <a:endParaRPr lang="en-US"/>
          </a:p>
        </p:txBody>
      </p:sp>
    </p:spTree>
    <p:extLst>
      <p:ext uri="{BB962C8B-B14F-4D97-AF65-F5344CB8AC3E}">
        <p14:creationId xmlns:p14="http://schemas.microsoft.com/office/powerpoint/2010/main" val="11709964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86627EE-7D6F-41BF-8F99-832B0BEBD7B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70B12D2-6FA4-4897-87D4-7B54034194A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B18AC3-00F9-47F0-8798-C2B90248584A}"/>
              </a:ext>
            </a:extLst>
          </p:cNvPr>
          <p:cNvSpPr>
            <a:spLocks noGrp="1"/>
          </p:cNvSpPr>
          <p:nvPr>
            <p:ph type="dt" sz="half" idx="10"/>
          </p:nvPr>
        </p:nvSpPr>
        <p:spPr/>
        <p:txBody>
          <a:bodyPr/>
          <a:lstStyle/>
          <a:p>
            <a:fld id="{2EF42B9B-E206-430B-A0FC-6ABD0511712D}" type="datetimeFigureOut">
              <a:rPr lang="en-US" smtClean="0"/>
              <a:t>5/14/2026</a:t>
            </a:fld>
            <a:endParaRPr lang="en-US"/>
          </a:p>
        </p:txBody>
      </p:sp>
      <p:sp>
        <p:nvSpPr>
          <p:cNvPr id="5" name="Footer Placeholder 4">
            <a:extLst>
              <a:ext uri="{FF2B5EF4-FFF2-40B4-BE49-F238E27FC236}">
                <a16:creationId xmlns:a16="http://schemas.microsoft.com/office/drawing/2014/main" id="{2D19871E-78F3-45A8-9F22-C6A4839F67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3FF8B1-46AA-4C26-AB4A-E1D02A3C15BE}"/>
              </a:ext>
            </a:extLst>
          </p:cNvPr>
          <p:cNvSpPr>
            <a:spLocks noGrp="1"/>
          </p:cNvSpPr>
          <p:nvPr>
            <p:ph type="sldNum" sz="quarter" idx="12"/>
          </p:nvPr>
        </p:nvSpPr>
        <p:spPr/>
        <p:txBody>
          <a:bodyPr/>
          <a:lstStyle/>
          <a:p>
            <a:fld id="{73A00502-978F-47D7-9669-62A73599D176}" type="slidenum">
              <a:rPr lang="en-US" smtClean="0"/>
              <a:t>‹#›</a:t>
            </a:fld>
            <a:endParaRPr lang="en-US"/>
          </a:p>
        </p:txBody>
      </p:sp>
    </p:spTree>
    <p:extLst>
      <p:ext uri="{BB962C8B-B14F-4D97-AF65-F5344CB8AC3E}">
        <p14:creationId xmlns:p14="http://schemas.microsoft.com/office/powerpoint/2010/main" val="1975235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456E2E9-F29F-4932-98EE-8B3F6569A5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A92209C-76F4-4D69-9238-ED26C13E6E7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9C1BAB-76CB-43E8-B1D7-8A57A1A89F4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F42B9B-E206-430B-A0FC-6ABD0511712D}" type="datetimeFigureOut">
              <a:rPr lang="en-US" smtClean="0"/>
              <a:t>5/14/2026</a:t>
            </a:fld>
            <a:endParaRPr lang="en-US"/>
          </a:p>
        </p:txBody>
      </p:sp>
      <p:sp>
        <p:nvSpPr>
          <p:cNvPr id="5" name="Footer Placeholder 4">
            <a:extLst>
              <a:ext uri="{FF2B5EF4-FFF2-40B4-BE49-F238E27FC236}">
                <a16:creationId xmlns:a16="http://schemas.microsoft.com/office/drawing/2014/main" id="{32A67D5E-7844-44A8-853A-86C578DF48A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311F91B-7E39-49DE-BB7C-AE032DE581D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A00502-978F-47D7-9669-62A73599D176}" type="slidenum">
              <a:rPr lang="en-US" smtClean="0"/>
              <a:t>‹#›</a:t>
            </a:fld>
            <a:endParaRPr lang="en-US"/>
          </a:p>
        </p:txBody>
      </p:sp>
    </p:spTree>
    <p:extLst>
      <p:ext uri="{BB962C8B-B14F-4D97-AF65-F5344CB8AC3E}">
        <p14:creationId xmlns:p14="http://schemas.microsoft.com/office/powerpoint/2010/main" val="31919615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CC01FF0D-C249-4110-88B9-A7E00E86BA36}"/>
              </a:ext>
            </a:extLst>
          </p:cNvPr>
          <p:cNvGrpSpPr/>
          <p:nvPr/>
        </p:nvGrpSpPr>
        <p:grpSpPr>
          <a:xfrm>
            <a:off x="8331205" y="1250091"/>
            <a:ext cx="3259666" cy="321965"/>
            <a:chOff x="7975601" y="674356"/>
            <a:chExt cx="3259666" cy="321965"/>
          </a:xfrm>
        </p:grpSpPr>
        <p:sp>
          <p:nvSpPr>
            <p:cNvPr id="5" name="TextBox 4">
              <a:extLst>
                <a:ext uri="{FF2B5EF4-FFF2-40B4-BE49-F238E27FC236}">
                  <a16:creationId xmlns:a16="http://schemas.microsoft.com/office/drawing/2014/main" id="{EC777102-D801-4F5B-8920-2718B30F5486}"/>
                </a:ext>
              </a:extLst>
            </p:cNvPr>
            <p:cNvSpPr txBox="1"/>
            <p:nvPr/>
          </p:nvSpPr>
          <p:spPr>
            <a:xfrm>
              <a:off x="9804400" y="688544"/>
              <a:ext cx="1430867" cy="307777"/>
            </a:xfrm>
            <a:prstGeom prst="rect">
              <a:avLst/>
            </a:prstGeom>
            <a:noFill/>
          </p:spPr>
          <p:txBody>
            <a:bodyPr wrap="square" rtlCol="0">
              <a:spAutoFit/>
            </a:bodyPr>
            <a:lstStyle/>
            <a:p>
              <a:pPr algn="r"/>
              <a:r>
                <a:rPr lang="ar-AE" sz="1400" dirty="0"/>
                <a:t>مرحلة التمرين</a:t>
              </a:r>
              <a:endParaRPr lang="en-US" sz="1400" dirty="0"/>
            </a:p>
          </p:txBody>
        </p:sp>
        <p:grpSp>
          <p:nvGrpSpPr>
            <p:cNvPr id="7" name="Group 6">
              <a:extLst>
                <a:ext uri="{FF2B5EF4-FFF2-40B4-BE49-F238E27FC236}">
                  <a16:creationId xmlns:a16="http://schemas.microsoft.com/office/drawing/2014/main" id="{B7766E7A-3431-4F64-B148-B68D0E9CEEB1}"/>
                </a:ext>
              </a:extLst>
            </p:cNvPr>
            <p:cNvGrpSpPr/>
            <p:nvPr/>
          </p:nvGrpSpPr>
          <p:grpSpPr>
            <a:xfrm>
              <a:off x="7975601" y="702733"/>
              <a:ext cx="2192866" cy="279400"/>
              <a:chOff x="7975601" y="702733"/>
              <a:chExt cx="2192866" cy="279400"/>
            </a:xfrm>
          </p:grpSpPr>
          <p:sp>
            <p:nvSpPr>
              <p:cNvPr id="4" name="Rectangle 3">
                <a:extLst>
                  <a:ext uri="{FF2B5EF4-FFF2-40B4-BE49-F238E27FC236}">
                    <a16:creationId xmlns:a16="http://schemas.microsoft.com/office/drawing/2014/main" id="{CDF6ADB7-EB3C-45A7-BA90-13760FB441A3}"/>
                  </a:ext>
                </a:extLst>
              </p:cNvPr>
              <p:cNvSpPr/>
              <p:nvPr/>
            </p:nvSpPr>
            <p:spPr>
              <a:xfrm>
                <a:off x="7975601" y="702733"/>
                <a:ext cx="2192866" cy="279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Isosceles Triangle 5">
                <a:extLst>
                  <a:ext uri="{FF2B5EF4-FFF2-40B4-BE49-F238E27FC236}">
                    <a16:creationId xmlns:a16="http://schemas.microsoft.com/office/drawing/2014/main" id="{2F047A18-3C25-4B96-8442-F10D1AC64B09}"/>
                  </a:ext>
                </a:extLst>
              </p:cNvPr>
              <p:cNvSpPr/>
              <p:nvPr/>
            </p:nvSpPr>
            <p:spPr>
              <a:xfrm rot="10800000">
                <a:off x="9939867" y="774699"/>
                <a:ext cx="152400" cy="135466"/>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7" name="TextBox 46">
              <a:extLst>
                <a:ext uri="{FF2B5EF4-FFF2-40B4-BE49-F238E27FC236}">
                  <a16:creationId xmlns:a16="http://schemas.microsoft.com/office/drawing/2014/main" id="{47439068-A329-4A66-88B7-830467B9BCAC}"/>
                </a:ext>
              </a:extLst>
            </p:cNvPr>
            <p:cNvSpPr txBox="1"/>
            <p:nvPr/>
          </p:nvSpPr>
          <p:spPr>
            <a:xfrm>
              <a:off x="8060267" y="674356"/>
              <a:ext cx="1430867" cy="307777"/>
            </a:xfrm>
            <a:prstGeom prst="rect">
              <a:avLst/>
            </a:prstGeom>
            <a:noFill/>
          </p:spPr>
          <p:txBody>
            <a:bodyPr wrap="square" rtlCol="0">
              <a:spAutoFit/>
            </a:bodyPr>
            <a:lstStyle/>
            <a:p>
              <a:pPr algn="r"/>
              <a:r>
                <a:rPr lang="ar-AE" sz="1400" dirty="0"/>
                <a:t>مرحلة التحضير</a:t>
              </a:r>
              <a:endParaRPr lang="en-US" sz="1400" dirty="0"/>
            </a:p>
          </p:txBody>
        </p:sp>
      </p:grpSp>
      <p:grpSp>
        <p:nvGrpSpPr>
          <p:cNvPr id="9" name="Group 8">
            <a:extLst>
              <a:ext uri="{FF2B5EF4-FFF2-40B4-BE49-F238E27FC236}">
                <a16:creationId xmlns:a16="http://schemas.microsoft.com/office/drawing/2014/main" id="{CEE27505-28E4-4203-AEB2-B71D51C07655}"/>
              </a:ext>
            </a:extLst>
          </p:cNvPr>
          <p:cNvGrpSpPr/>
          <p:nvPr/>
        </p:nvGrpSpPr>
        <p:grpSpPr>
          <a:xfrm>
            <a:off x="8331205" y="1728687"/>
            <a:ext cx="3259666" cy="317499"/>
            <a:chOff x="7975601" y="678822"/>
            <a:chExt cx="3259666" cy="317499"/>
          </a:xfrm>
        </p:grpSpPr>
        <p:sp>
          <p:nvSpPr>
            <p:cNvPr id="10" name="TextBox 9">
              <a:extLst>
                <a:ext uri="{FF2B5EF4-FFF2-40B4-BE49-F238E27FC236}">
                  <a16:creationId xmlns:a16="http://schemas.microsoft.com/office/drawing/2014/main" id="{A51BE575-3BBC-43A4-9048-FBB5C2AB4AB9}"/>
                </a:ext>
              </a:extLst>
            </p:cNvPr>
            <p:cNvSpPr txBox="1"/>
            <p:nvPr/>
          </p:nvSpPr>
          <p:spPr>
            <a:xfrm>
              <a:off x="9804400" y="688544"/>
              <a:ext cx="1430867" cy="307777"/>
            </a:xfrm>
            <a:prstGeom prst="rect">
              <a:avLst/>
            </a:prstGeom>
            <a:noFill/>
          </p:spPr>
          <p:txBody>
            <a:bodyPr wrap="square" rtlCol="0">
              <a:spAutoFit/>
            </a:bodyPr>
            <a:lstStyle/>
            <a:p>
              <a:pPr algn="r"/>
              <a:r>
                <a:rPr lang="ar-AE" sz="1400" dirty="0"/>
                <a:t>مستوى الوحدة</a:t>
              </a:r>
              <a:endParaRPr lang="en-US" sz="1400" dirty="0"/>
            </a:p>
          </p:txBody>
        </p:sp>
        <p:grpSp>
          <p:nvGrpSpPr>
            <p:cNvPr id="11" name="Group 10">
              <a:extLst>
                <a:ext uri="{FF2B5EF4-FFF2-40B4-BE49-F238E27FC236}">
                  <a16:creationId xmlns:a16="http://schemas.microsoft.com/office/drawing/2014/main" id="{CD7A907B-C757-4DB6-A3C4-D87BFE842490}"/>
                </a:ext>
              </a:extLst>
            </p:cNvPr>
            <p:cNvGrpSpPr/>
            <p:nvPr/>
          </p:nvGrpSpPr>
          <p:grpSpPr>
            <a:xfrm>
              <a:off x="7975601" y="702733"/>
              <a:ext cx="2192866" cy="279400"/>
              <a:chOff x="7975601" y="702733"/>
              <a:chExt cx="2192866" cy="279400"/>
            </a:xfrm>
          </p:grpSpPr>
          <p:sp>
            <p:nvSpPr>
              <p:cNvPr id="12" name="Rectangle 11">
                <a:extLst>
                  <a:ext uri="{FF2B5EF4-FFF2-40B4-BE49-F238E27FC236}">
                    <a16:creationId xmlns:a16="http://schemas.microsoft.com/office/drawing/2014/main" id="{6AE99B1B-FE4B-4F11-A061-935C463DB023}"/>
                  </a:ext>
                </a:extLst>
              </p:cNvPr>
              <p:cNvSpPr/>
              <p:nvPr/>
            </p:nvSpPr>
            <p:spPr>
              <a:xfrm>
                <a:off x="7975601" y="702733"/>
                <a:ext cx="2192866" cy="279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Isosceles Triangle 12">
                <a:extLst>
                  <a:ext uri="{FF2B5EF4-FFF2-40B4-BE49-F238E27FC236}">
                    <a16:creationId xmlns:a16="http://schemas.microsoft.com/office/drawing/2014/main" id="{D45B4913-69B8-4545-967A-B8379AF053C8}"/>
                  </a:ext>
                </a:extLst>
              </p:cNvPr>
              <p:cNvSpPr/>
              <p:nvPr/>
            </p:nvSpPr>
            <p:spPr>
              <a:xfrm rot="10800000">
                <a:off x="9939867" y="774699"/>
                <a:ext cx="152400" cy="135466"/>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8" name="TextBox 47">
              <a:extLst>
                <a:ext uri="{FF2B5EF4-FFF2-40B4-BE49-F238E27FC236}">
                  <a16:creationId xmlns:a16="http://schemas.microsoft.com/office/drawing/2014/main" id="{4A001560-C056-452A-81FA-F225C76FF17E}"/>
                </a:ext>
              </a:extLst>
            </p:cNvPr>
            <p:cNvSpPr txBox="1"/>
            <p:nvPr/>
          </p:nvSpPr>
          <p:spPr>
            <a:xfrm>
              <a:off x="8161868" y="678822"/>
              <a:ext cx="1430867" cy="307777"/>
            </a:xfrm>
            <a:prstGeom prst="rect">
              <a:avLst/>
            </a:prstGeom>
            <a:noFill/>
          </p:spPr>
          <p:txBody>
            <a:bodyPr wrap="square" rtlCol="0">
              <a:spAutoFit/>
            </a:bodyPr>
            <a:lstStyle/>
            <a:p>
              <a:pPr algn="r"/>
              <a:r>
                <a:rPr lang="ar-AE" sz="1400" dirty="0"/>
                <a:t>قيادة مجموعة لواء</a:t>
              </a:r>
              <a:endParaRPr lang="en-US" sz="1400" dirty="0"/>
            </a:p>
          </p:txBody>
        </p:sp>
      </p:grpSp>
      <p:sp>
        <p:nvSpPr>
          <p:cNvPr id="14" name="Rectangle: Rounded Corners 13">
            <a:extLst>
              <a:ext uri="{FF2B5EF4-FFF2-40B4-BE49-F238E27FC236}">
                <a16:creationId xmlns:a16="http://schemas.microsoft.com/office/drawing/2014/main" id="{BB3C2F96-F9DB-4D6D-BFB3-A2C0E0EE2DCD}"/>
              </a:ext>
            </a:extLst>
          </p:cNvPr>
          <p:cNvSpPr/>
          <p:nvPr/>
        </p:nvSpPr>
        <p:spPr>
          <a:xfrm>
            <a:off x="8030638" y="2479012"/>
            <a:ext cx="2463801" cy="3075121"/>
          </a:xfrm>
          <a:prstGeom prst="roundRect">
            <a:avLst>
              <a:gd name="adj" fmla="val 3540"/>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C5D6AC99-6754-4A21-BE86-A9DF01CE89B3}"/>
              </a:ext>
            </a:extLst>
          </p:cNvPr>
          <p:cNvSpPr/>
          <p:nvPr/>
        </p:nvSpPr>
        <p:spPr>
          <a:xfrm>
            <a:off x="4292602" y="2497668"/>
            <a:ext cx="2463801" cy="3075121"/>
          </a:xfrm>
          <a:prstGeom prst="roundRect">
            <a:avLst>
              <a:gd name="adj" fmla="val 5084"/>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a:extLst>
              <a:ext uri="{FF2B5EF4-FFF2-40B4-BE49-F238E27FC236}">
                <a16:creationId xmlns:a16="http://schemas.microsoft.com/office/drawing/2014/main" id="{AA743F58-6643-4B18-B516-67C42C4C38BA}"/>
              </a:ext>
            </a:extLst>
          </p:cNvPr>
          <p:cNvCxnSpPr>
            <a:cxnSpLocks/>
          </p:cNvCxnSpPr>
          <p:nvPr/>
        </p:nvCxnSpPr>
        <p:spPr>
          <a:xfrm>
            <a:off x="8030638" y="2921002"/>
            <a:ext cx="2463801" cy="8467"/>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8B1459F-5FA2-4E73-874A-FC58170F9A72}"/>
              </a:ext>
            </a:extLst>
          </p:cNvPr>
          <p:cNvCxnSpPr>
            <a:cxnSpLocks/>
          </p:cNvCxnSpPr>
          <p:nvPr/>
        </p:nvCxnSpPr>
        <p:spPr>
          <a:xfrm>
            <a:off x="4292602" y="2929469"/>
            <a:ext cx="2463801"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91FBAFC6-8693-4799-8E23-26A8D27A2FCA}"/>
              </a:ext>
            </a:extLst>
          </p:cNvPr>
          <p:cNvSpPr txBox="1"/>
          <p:nvPr/>
        </p:nvSpPr>
        <p:spPr>
          <a:xfrm>
            <a:off x="8137319" y="2559680"/>
            <a:ext cx="2302086" cy="307777"/>
          </a:xfrm>
          <a:prstGeom prst="rect">
            <a:avLst/>
          </a:prstGeom>
          <a:noFill/>
        </p:spPr>
        <p:txBody>
          <a:bodyPr wrap="square" rtlCol="0">
            <a:spAutoFit/>
          </a:bodyPr>
          <a:lstStyle/>
          <a:p>
            <a:pPr algn="ctr"/>
            <a:r>
              <a:rPr lang="ar-AE" sz="1400" dirty="0"/>
              <a:t>قائمة مجرى الأحداث والمعاضل</a:t>
            </a:r>
            <a:endParaRPr lang="en-US" sz="1400" dirty="0"/>
          </a:p>
        </p:txBody>
      </p:sp>
      <p:sp>
        <p:nvSpPr>
          <p:cNvPr id="22" name="TextBox 21">
            <a:extLst>
              <a:ext uri="{FF2B5EF4-FFF2-40B4-BE49-F238E27FC236}">
                <a16:creationId xmlns:a16="http://schemas.microsoft.com/office/drawing/2014/main" id="{790AEE37-38A7-48B7-A82C-1CA25E197CF7}"/>
              </a:ext>
            </a:extLst>
          </p:cNvPr>
          <p:cNvSpPr txBox="1"/>
          <p:nvPr/>
        </p:nvSpPr>
        <p:spPr>
          <a:xfrm>
            <a:off x="4352720" y="2559680"/>
            <a:ext cx="2302086" cy="307777"/>
          </a:xfrm>
          <a:prstGeom prst="rect">
            <a:avLst/>
          </a:prstGeom>
          <a:noFill/>
        </p:spPr>
        <p:txBody>
          <a:bodyPr wrap="square" rtlCol="0">
            <a:spAutoFit/>
          </a:bodyPr>
          <a:lstStyle/>
          <a:p>
            <a:pPr algn="ctr"/>
            <a:r>
              <a:rPr lang="ar-AE" sz="1400" dirty="0"/>
              <a:t>قائمة تقييم الإجراءات</a:t>
            </a:r>
            <a:endParaRPr lang="en-US" sz="1400" dirty="0"/>
          </a:p>
        </p:txBody>
      </p:sp>
      <p:sp>
        <p:nvSpPr>
          <p:cNvPr id="24" name="Rectangle: Rounded Corners 23">
            <a:extLst>
              <a:ext uri="{FF2B5EF4-FFF2-40B4-BE49-F238E27FC236}">
                <a16:creationId xmlns:a16="http://schemas.microsoft.com/office/drawing/2014/main" id="{206B5A48-2A6D-4CAA-8951-5C08E8C49D06}"/>
              </a:ext>
            </a:extLst>
          </p:cNvPr>
          <p:cNvSpPr/>
          <p:nvPr/>
        </p:nvSpPr>
        <p:spPr>
          <a:xfrm>
            <a:off x="9093206" y="5740402"/>
            <a:ext cx="1430866" cy="279399"/>
          </a:xfrm>
          <a:prstGeom prst="roundRect">
            <a:avLst>
              <a:gd name="adj" fmla="val 14175"/>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Rounded Corners 24">
            <a:extLst>
              <a:ext uri="{FF2B5EF4-FFF2-40B4-BE49-F238E27FC236}">
                <a16:creationId xmlns:a16="http://schemas.microsoft.com/office/drawing/2014/main" id="{559EBF23-1F44-4F09-A922-D83A3C1675CA}"/>
              </a:ext>
            </a:extLst>
          </p:cNvPr>
          <p:cNvSpPr/>
          <p:nvPr/>
        </p:nvSpPr>
        <p:spPr>
          <a:xfrm>
            <a:off x="5325537" y="5740401"/>
            <a:ext cx="1430866" cy="279399"/>
          </a:xfrm>
          <a:prstGeom prst="roundRect">
            <a:avLst>
              <a:gd name="adj" fmla="val 14175"/>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F8E5B2E1-BCC4-4006-BC8C-349587860DA5}"/>
              </a:ext>
            </a:extLst>
          </p:cNvPr>
          <p:cNvSpPr txBox="1"/>
          <p:nvPr/>
        </p:nvSpPr>
        <p:spPr>
          <a:xfrm>
            <a:off x="9101673" y="5740401"/>
            <a:ext cx="1363134" cy="307777"/>
          </a:xfrm>
          <a:prstGeom prst="rect">
            <a:avLst/>
          </a:prstGeom>
          <a:noFill/>
        </p:spPr>
        <p:txBody>
          <a:bodyPr wrap="square" rtlCol="0">
            <a:spAutoFit/>
          </a:bodyPr>
          <a:lstStyle/>
          <a:p>
            <a:pPr algn="ctr" rtl="1"/>
            <a:r>
              <a:rPr lang="ar-AE" sz="1400" dirty="0"/>
              <a:t>ادرج ملف </a:t>
            </a:r>
            <a:r>
              <a:rPr lang="en-US" sz="1400" dirty="0"/>
              <a:t> PDF</a:t>
            </a:r>
          </a:p>
        </p:txBody>
      </p:sp>
      <p:sp>
        <p:nvSpPr>
          <p:cNvPr id="27" name="TextBox 26">
            <a:extLst>
              <a:ext uri="{FF2B5EF4-FFF2-40B4-BE49-F238E27FC236}">
                <a16:creationId xmlns:a16="http://schemas.microsoft.com/office/drawing/2014/main" id="{8CAC68C6-47ED-49A2-BD33-2D727A21B271}"/>
              </a:ext>
            </a:extLst>
          </p:cNvPr>
          <p:cNvSpPr txBox="1"/>
          <p:nvPr/>
        </p:nvSpPr>
        <p:spPr>
          <a:xfrm>
            <a:off x="5325537" y="5723472"/>
            <a:ext cx="1363134" cy="307777"/>
          </a:xfrm>
          <a:prstGeom prst="rect">
            <a:avLst/>
          </a:prstGeom>
          <a:noFill/>
        </p:spPr>
        <p:txBody>
          <a:bodyPr wrap="square" rtlCol="0">
            <a:spAutoFit/>
          </a:bodyPr>
          <a:lstStyle/>
          <a:p>
            <a:pPr algn="ctr" rtl="1"/>
            <a:r>
              <a:rPr lang="ar-AE" sz="1400" dirty="0"/>
              <a:t>ادرج ملف </a:t>
            </a:r>
            <a:r>
              <a:rPr lang="en-US" sz="1400" dirty="0"/>
              <a:t> Excel</a:t>
            </a:r>
          </a:p>
        </p:txBody>
      </p:sp>
      <p:sp>
        <p:nvSpPr>
          <p:cNvPr id="28" name="TextBox 27">
            <a:extLst>
              <a:ext uri="{FF2B5EF4-FFF2-40B4-BE49-F238E27FC236}">
                <a16:creationId xmlns:a16="http://schemas.microsoft.com/office/drawing/2014/main" id="{21208669-6CC3-4124-B679-86BF76649D75}"/>
              </a:ext>
            </a:extLst>
          </p:cNvPr>
          <p:cNvSpPr txBox="1"/>
          <p:nvPr/>
        </p:nvSpPr>
        <p:spPr>
          <a:xfrm>
            <a:off x="8001006" y="3036560"/>
            <a:ext cx="2463801" cy="307777"/>
          </a:xfrm>
          <a:prstGeom prst="rect">
            <a:avLst/>
          </a:prstGeom>
          <a:noFill/>
        </p:spPr>
        <p:txBody>
          <a:bodyPr wrap="square" rtlCol="0">
            <a:spAutoFit/>
          </a:bodyPr>
          <a:lstStyle/>
          <a:p>
            <a:pPr algn="r" rtl="1"/>
            <a:r>
              <a:rPr lang="ar-AE" sz="1400" dirty="0"/>
              <a:t>مجرى الأحداث والمعاضل / رقم 1</a:t>
            </a:r>
            <a:endParaRPr lang="en-US" sz="1400" dirty="0"/>
          </a:p>
        </p:txBody>
      </p:sp>
      <p:sp>
        <p:nvSpPr>
          <p:cNvPr id="31" name="TextBox 30">
            <a:extLst>
              <a:ext uri="{FF2B5EF4-FFF2-40B4-BE49-F238E27FC236}">
                <a16:creationId xmlns:a16="http://schemas.microsoft.com/office/drawing/2014/main" id="{622F9BA6-8A1F-4CDB-A447-D2FAD62360B4}"/>
              </a:ext>
            </a:extLst>
          </p:cNvPr>
          <p:cNvSpPr txBox="1"/>
          <p:nvPr/>
        </p:nvSpPr>
        <p:spPr>
          <a:xfrm>
            <a:off x="4224870" y="3036560"/>
            <a:ext cx="2463801" cy="307777"/>
          </a:xfrm>
          <a:prstGeom prst="rect">
            <a:avLst/>
          </a:prstGeom>
          <a:noFill/>
        </p:spPr>
        <p:txBody>
          <a:bodyPr wrap="square" rtlCol="0">
            <a:spAutoFit/>
          </a:bodyPr>
          <a:lstStyle/>
          <a:p>
            <a:pPr algn="r" rtl="1"/>
            <a:r>
              <a:rPr lang="ar-AE" sz="1400" dirty="0"/>
              <a:t>قائمة تقييم / رقم 1</a:t>
            </a:r>
            <a:endParaRPr lang="en-US" sz="1400" dirty="0"/>
          </a:p>
        </p:txBody>
      </p:sp>
      <p:sp>
        <p:nvSpPr>
          <p:cNvPr id="32" name="TextBox 31">
            <a:extLst>
              <a:ext uri="{FF2B5EF4-FFF2-40B4-BE49-F238E27FC236}">
                <a16:creationId xmlns:a16="http://schemas.microsoft.com/office/drawing/2014/main" id="{694023A2-E80B-4746-B789-0CC848845BBC}"/>
              </a:ext>
            </a:extLst>
          </p:cNvPr>
          <p:cNvSpPr txBox="1"/>
          <p:nvPr/>
        </p:nvSpPr>
        <p:spPr>
          <a:xfrm>
            <a:off x="4224870" y="3361268"/>
            <a:ext cx="2463801" cy="307777"/>
          </a:xfrm>
          <a:prstGeom prst="rect">
            <a:avLst/>
          </a:prstGeom>
          <a:noFill/>
        </p:spPr>
        <p:txBody>
          <a:bodyPr wrap="square" rtlCol="0">
            <a:spAutoFit/>
          </a:bodyPr>
          <a:lstStyle/>
          <a:p>
            <a:pPr algn="r" rtl="1"/>
            <a:r>
              <a:rPr lang="ar-AE" sz="1400" dirty="0"/>
              <a:t>قائمة تقييم / رقم 2</a:t>
            </a:r>
            <a:endParaRPr lang="en-US" sz="1400" dirty="0"/>
          </a:p>
        </p:txBody>
      </p:sp>
      <p:sp>
        <p:nvSpPr>
          <p:cNvPr id="33" name="TextBox 32">
            <a:extLst>
              <a:ext uri="{FF2B5EF4-FFF2-40B4-BE49-F238E27FC236}">
                <a16:creationId xmlns:a16="http://schemas.microsoft.com/office/drawing/2014/main" id="{8F344F29-CF34-4023-AE2B-5F3307174632}"/>
              </a:ext>
            </a:extLst>
          </p:cNvPr>
          <p:cNvSpPr txBox="1"/>
          <p:nvPr/>
        </p:nvSpPr>
        <p:spPr>
          <a:xfrm>
            <a:off x="4224870" y="3729340"/>
            <a:ext cx="2463801" cy="307777"/>
          </a:xfrm>
          <a:prstGeom prst="rect">
            <a:avLst/>
          </a:prstGeom>
          <a:noFill/>
        </p:spPr>
        <p:txBody>
          <a:bodyPr wrap="square" rtlCol="0">
            <a:spAutoFit/>
          </a:bodyPr>
          <a:lstStyle/>
          <a:p>
            <a:pPr algn="r" rtl="1"/>
            <a:r>
              <a:rPr lang="ar-AE" sz="1400" dirty="0"/>
              <a:t>قائمة تقييم / رقم 3</a:t>
            </a:r>
            <a:endParaRPr lang="en-US" sz="1400" dirty="0"/>
          </a:p>
        </p:txBody>
      </p:sp>
      <p:sp>
        <p:nvSpPr>
          <p:cNvPr id="34" name="TextBox 33">
            <a:extLst>
              <a:ext uri="{FF2B5EF4-FFF2-40B4-BE49-F238E27FC236}">
                <a16:creationId xmlns:a16="http://schemas.microsoft.com/office/drawing/2014/main" id="{B78A8558-3C73-4FD6-83B6-11E401A61CE5}"/>
              </a:ext>
            </a:extLst>
          </p:cNvPr>
          <p:cNvSpPr txBox="1"/>
          <p:nvPr/>
        </p:nvSpPr>
        <p:spPr>
          <a:xfrm>
            <a:off x="4224870" y="4104390"/>
            <a:ext cx="2463801" cy="307777"/>
          </a:xfrm>
          <a:prstGeom prst="rect">
            <a:avLst/>
          </a:prstGeom>
          <a:noFill/>
        </p:spPr>
        <p:txBody>
          <a:bodyPr wrap="square" rtlCol="0">
            <a:spAutoFit/>
          </a:bodyPr>
          <a:lstStyle/>
          <a:p>
            <a:pPr algn="r" rtl="1"/>
            <a:r>
              <a:rPr lang="ar-AE" sz="1400" dirty="0"/>
              <a:t>قائمة تقييم / رقم 4</a:t>
            </a:r>
            <a:endParaRPr lang="en-US" sz="1400" dirty="0"/>
          </a:p>
        </p:txBody>
      </p:sp>
      <p:sp>
        <p:nvSpPr>
          <p:cNvPr id="35" name="TextBox 34">
            <a:extLst>
              <a:ext uri="{FF2B5EF4-FFF2-40B4-BE49-F238E27FC236}">
                <a16:creationId xmlns:a16="http://schemas.microsoft.com/office/drawing/2014/main" id="{EFABDA32-E344-4C7E-BDF1-A13B3B3DB043}"/>
              </a:ext>
            </a:extLst>
          </p:cNvPr>
          <p:cNvSpPr txBox="1"/>
          <p:nvPr/>
        </p:nvSpPr>
        <p:spPr>
          <a:xfrm>
            <a:off x="4224870" y="4444554"/>
            <a:ext cx="2463801" cy="307777"/>
          </a:xfrm>
          <a:prstGeom prst="rect">
            <a:avLst/>
          </a:prstGeom>
          <a:noFill/>
        </p:spPr>
        <p:txBody>
          <a:bodyPr wrap="square" rtlCol="0">
            <a:spAutoFit/>
          </a:bodyPr>
          <a:lstStyle/>
          <a:p>
            <a:pPr algn="r" rtl="1"/>
            <a:r>
              <a:rPr lang="ar-AE" sz="1400" dirty="0"/>
              <a:t>قائمة تقييم / رقم 5</a:t>
            </a:r>
            <a:endParaRPr lang="en-US" sz="1400" dirty="0"/>
          </a:p>
        </p:txBody>
      </p:sp>
      <p:cxnSp>
        <p:nvCxnSpPr>
          <p:cNvPr id="37" name="Straight Arrow Connector 36">
            <a:extLst>
              <a:ext uri="{FF2B5EF4-FFF2-40B4-BE49-F238E27FC236}">
                <a16:creationId xmlns:a16="http://schemas.microsoft.com/office/drawing/2014/main" id="{82DA9D07-A5CD-4FE5-95F8-87AFABE0C335}"/>
              </a:ext>
            </a:extLst>
          </p:cNvPr>
          <p:cNvCxnSpPr>
            <a:cxnSpLocks/>
            <a:stCxn id="31" idx="3"/>
          </p:cNvCxnSpPr>
          <p:nvPr/>
        </p:nvCxnSpPr>
        <p:spPr>
          <a:xfrm flipV="1">
            <a:off x="6688671" y="3190448"/>
            <a:ext cx="1642534" cy="1"/>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7FA857E3-7D36-4029-B155-B5FC4F90797A}"/>
              </a:ext>
            </a:extLst>
          </p:cNvPr>
          <p:cNvCxnSpPr>
            <a:cxnSpLocks/>
          </p:cNvCxnSpPr>
          <p:nvPr/>
        </p:nvCxnSpPr>
        <p:spPr>
          <a:xfrm flipV="1">
            <a:off x="6688671" y="3195377"/>
            <a:ext cx="1626660" cy="30897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33463328-FB4B-4C20-9E5B-E4F1F378F7F6}"/>
              </a:ext>
            </a:extLst>
          </p:cNvPr>
          <p:cNvCxnSpPr>
            <a:cxnSpLocks/>
          </p:cNvCxnSpPr>
          <p:nvPr/>
        </p:nvCxnSpPr>
        <p:spPr>
          <a:xfrm flipV="1">
            <a:off x="6688671" y="3165229"/>
            <a:ext cx="1626660" cy="685387"/>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25D0E0B9-730D-4DBF-A9FE-3836EC5EF164}"/>
              </a:ext>
            </a:extLst>
          </p:cNvPr>
          <p:cNvCxnSpPr>
            <a:cxnSpLocks/>
          </p:cNvCxnSpPr>
          <p:nvPr/>
        </p:nvCxnSpPr>
        <p:spPr>
          <a:xfrm flipV="1">
            <a:off x="6661155" y="3173793"/>
            <a:ext cx="1642534" cy="105090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EEAD899D-DCC2-4979-9ABF-3E0CF4D2EC72}"/>
              </a:ext>
            </a:extLst>
          </p:cNvPr>
          <p:cNvCxnSpPr>
            <a:cxnSpLocks/>
          </p:cNvCxnSpPr>
          <p:nvPr/>
        </p:nvCxnSpPr>
        <p:spPr>
          <a:xfrm flipV="1">
            <a:off x="6672797" y="3160300"/>
            <a:ext cx="1630892" cy="1396176"/>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50" name="Rectangle: Rounded Corners 49">
            <a:extLst>
              <a:ext uri="{FF2B5EF4-FFF2-40B4-BE49-F238E27FC236}">
                <a16:creationId xmlns:a16="http://schemas.microsoft.com/office/drawing/2014/main" id="{F8A1F87C-351F-4FE4-A09E-CE62E379DB1A}"/>
              </a:ext>
            </a:extLst>
          </p:cNvPr>
          <p:cNvSpPr/>
          <p:nvPr/>
        </p:nvSpPr>
        <p:spPr>
          <a:xfrm>
            <a:off x="6942671" y="4726302"/>
            <a:ext cx="956732" cy="279399"/>
          </a:xfrm>
          <a:prstGeom prst="roundRect">
            <a:avLst>
              <a:gd name="adj" fmla="val 14175"/>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0F161A43-5EB6-4906-8D93-D7AB06841323}"/>
              </a:ext>
            </a:extLst>
          </p:cNvPr>
          <p:cNvSpPr txBox="1"/>
          <p:nvPr/>
        </p:nvSpPr>
        <p:spPr>
          <a:xfrm>
            <a:off x="6942670" y="4709373"/>
            <a:ext cx="986365" cy="276999"/>
          </a:xfrm>
          <a:prstGeom prst="rect">
            <a:avLst/>
          </a:prstGeom>
          <a:noFill/>
        </p:spPr>
        <p:txBody>
          <a:bodyPr wrap="square" rtlCol="0">
            <a:spAutoFit/>
          </a:bodyPr>
          <a:lstStyle/>
          <a:p>
            <a:pPr algn="ctr" rtl="1"/>
            <a:r>
              <a:rPr lang="ar-AE" sz="1200" dirty="0"/>
              <a:t>تخصيص وربط</a:t>
            </a:r>
            <a:endParaRPr lang="en-US" sz="1200" dirty="0"/>
          </a:p>
        </p:txBody>
      </p:sp>
      <p:sp>
        <p:nvSpPr>
          <p:cNvPr id="52" name="TextBox 51">
            <a:extLst>
              <a:ext uri="{FF2B5EF4-FFF2-40B4-BE49-F238E27FC236}">
                <a16:creationId xmlns:a16="http://schemas.microsoft.com/office/drawing/2014/main" id="{05E1997B-2360-4C59-BF35-3EFE763F67AE}"/>
              </a:ext>
            </a:extLst>
          </p:cNvPr>
          <p:cNvSpPr txBox="1"/>
          <p:nvPr/>
        </p:nvSpPr>
        <p:spPr>
          <a:xfrm>
            <a:off x="2717800" y="369562"/>
            <a:ext cx="7027333" cy="338554"/>
          </a:xfrm>
          <a:prstGeom prst="rect">
            <a:avLst/>
          </a:prstGeom>
          <a:noFill/>
        </p:spPr>
        <p:txBody>
          <a:bodyPr wrap="square" rtlCol="0">
            <a:spAutoFit/>
          </a:bodyPr>
          <a:lstStyle/>
          <a:p>
            <a:pPr algn="ctr" rtl="1"/>
            <a:r>
              <a:rPr lang="ar-AE" sz="1600" b="1" dirty="0"/>
              <a:t>مقترح تخصيص وربط قوائم تقييم الإجراءات بمجرى الأحداث والمعاضل</a:t>
            </a:r>
            <a:endParaRPr lang="en-US" sz="1600" b="1" dirty="0"/>
          </a:p>
        </p:txBody>
      </p:sp>
      <p:cxnSp>
        <p:nvCxnSpPr>
          <p:cNvPr id="54" name="Straight Arrow Connector 53">
            <a:extLst>
              <a:ext uri="{FF2B5EF4-FFF2-40B4-BE49-F238E27FC236}">
                <a16:creationId xmlns:a16="http://schemas.microsoft.com/office/drawing/2014/main" id="{1597F593-9029-49D7-A3A7-B4DED582F2FF}"/>
              </a:ext>
            </a:extLst>
          </p:cNvPr>
          <p:cNvCxnSpPr>
            <a:cxnSpLocks/>
            <a:stCxn id="72" idx="3"/>
          </p:cNvCxnSpPr>
          <p:nvPr/>
        </p:nvCxnSpPr>
        <p:spPr>
          <a:xfrm flipV="1">
            <a:off x="7584800" y="1351769"/>
            <a:ext cx="709089" cy="1389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E1F93AB5-7A36-41AF-9FA4-DD1DBD0C599A}"/>
              </a:ext>
            </a:extLst>
          </p:cNvPr>
          <p:cNvCxnSpPr>
            <a:cxnSpLocks/>
            <a:stCxn id="72" idx="3"/>
          </p:cNvCxnSpPr>
          <p:nvPr/>
        </p:nvCxnSpPr>
        <p:spPr>
          <a:xfrm>
            <a:off x="7584800" y="1490691"/>
            <a:ext cx="677341" cy="3841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45205BC9-74E4-4A7F-A4CB-A29BFF76C3A9}"/>
              </a:ext>
            </a:extLst>
          </p:cNvPr>
          <p:cNvCxnSpPr>
            <a:cxnSpLocks/>
          </p:cNvCxnSpPr>
          <p:nvPr/>
        </p:nvCxnSpPr>
        <p:spPr>
          <a:xfrm>
            <a:off x="5391934" y="2109011"/>
            <a:ext cx="590278" cy="3866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65DF8617-0F17-40B3-8834-DD345A4C6896}"/>
              </a:ext>
            </a:extLst>
          </p:cNvPr>
          <p:cNvCxnSpPr>
            <a:cxnSpLocks/>
          </p:cNvCxnSpPr>
          <p:nvPr/>
        </p:nvCxnSpPr>
        <p:spPr>
          <a:xfrm flipH="1" flipV="1">
            <a:off x="10524071" y="3593470"/>
            <a:ext cx="516456" cy="3229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DA680DA2-BED1-4FD7-9704-E48C9C593AF2}"/>
              </a:ext>
            </a:extLst>
          </p:cNvPr>
          <p:cNvCxnSpPr>
            <a:cxnSpLocks/>
            <a:stCxn id="67" idx="3"/>
          </p:cNvCxnSpPr>
          <p:nvPr/>
        </p:nvCxnSpPr>
        <p:spPr>
          <a:xfrm flipV="1">
            <a:off x="8636000" y="5927733"/>
            <a:ext cx="437105" cy="799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34594182-2872-485A-A737-ED5AEC1EA501}"/>
              </a:ext>
            </a:extLst>
          </p:cNvPr>
          <p:cNvCxnSpPr>
            <a:cxnSpLocks/>
            <a:stCxn id="67" idx="1"/>
          </p:cNvCxnSpPr>
          <p:nvPr/>
        </p:nvCxnSpPr>
        <p:spPr>
          <a:xfrm flipH="1" flipV="1">
            <a:off x="6756403" y="5826987"/>
            <a:ext cx="610026" cy="1806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CA53D9F3-5F75-4620-9E89-3F58E1BAD02F}"/>
              </a:ext>
            </a:extLst>
          </p:cNvPr>
          <p:cNvCxnSpPr>
            <a:cxnSpLocks/>
            <a:stCxn id="67" idx="0"/>
          </p:cNvCxnSpPr>
          <p:nvPr/>
        </p:nvCxnSpPr>
        <p:spPr>
          <a:xfrm flipH="1" flipV="1">
            <a:off x="7452791" y="5005864"/>
            <a:ext cx="548424" cy="8479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CA08A210-0417-4B62-87E0-46BA2BCA00D2}"/>
              </a:ext>
            </a:extLst>
          </p:cNvPr>
          <p:cNvSpPr txBox="1"/>
          <p:nvPr/>
        </p:nvSpPr>
        <p:spPr>
          <a:xfrm>
            <a:off x="7366429" y="5853792"/>
            <a:ext cx="1269571" cy="307777"/>
          </a:xfrm>
          <a:prstGeom prst="rect">
            <a:avLst/>
          </a:prstGeom>
          <a:noFill/>
        </p:spPr>
        <p:txBody>
          <a:bodyPr wrap="square" rtlCol="0">
            <a:spAutoFit/>
          </a:bodyPr>
          <a:lstStyle/>
          <a:p>
            <a:pPr algn="ctr" rtl="1"/>
            <a:r>
              <a:rPr lang="ar-AE" sz="1400" dirty="0">
                <a:solidFill>
                  <a:schemeClr val="accent1">
                    <a:lumMod val="75000"/>
                  </a:schemeClr>
                </a:solidFill>
              </a:rPr>
              <a:t>أزرار (</a:t>
            </a:r>
            <a:r>
              <a:rPr lang="en-US" sz="1400" dirty="0">
                <a:solidFill>
                  <a:schemeClr val="accent1">
                    <a:lumMod val="75000"/>
                  </a:schemeClr>
                </a:solidFill>
              </a:rPr>
              <a:t>Buttons</a:t>
            </a:r>
            <a:r>
              <a:rPr lang="ar-AE" sz="1400" dirty="0">
                <a:solidFill>
                  <a:schemeClr val="accent1">
                    <a:lumMod val="75000"/>
                  </a:schemeClr>
                </a:solidFill>
              </a:rPr>
              <a:t>)</a:t>
            </a:r>
            <a:endParaRPr lang="en-US" sz="1400" dirty="0">
              <a:solidFill>
                <a:schemeClr val="accent1">
                  <a:lumMod val="75000"/>
                </a:schemeClr>
              </a:solidFill>
            </a:endParaRPr>
          </a:p>
        </p:txBody>
      </p:sp>
      <p:sp>
        <p:nvSpPr>
          <p:cNvPr id="72" name="TextBox 71">
            <a:extLst>
              <a:ext uri="{FF2B5EF4-FFF2-40B4-BE49-F238E27FC236}">
                <a16:creationId xmlns:a16="http://schemas.microsoft.com/office/drawing/2014/main" id="{F7693DBD-1167-4CF1-A203-57DF437603B5}"/>
              </a:ext>
            </a:extLst>
          </p:cNvPr>
          <p:cNvSpPr txBox="1"/>
          <p:nvPr/>
        </p:nvSpPr>
        <p:spPr>
          <a:xfrm>
            <a:off x="5391934" y="1336802"/>
            <a:ext cx="2192866" cy="307777"/>
          </a:xfrm>
          <a:prstGeom prst="rect">
            <a:avLst/>
          </a:prstGeom>
          <a:noFill/>
        </p:spPr>
        <p:txBody>
          <a:bodyPr wrap="square" rtlCol="0">
            <a:spAutoFit/>
          </a:bodyPr>
          <a:lstStyle/>
          <a:p>
            <a:pPr algn="ctr" rtl="1"/>
            <a:r>
              <a:rPr lang="ar-AE" sz="1400" dirty="0">
                <a:solidFill>
                  <a:schemeClr val="accent1">
                    <a:lumMod val="75000"/>
                  </a:schemeClr>
                </a:solidFill>
              </a:rPr>
              <a:t>قائمة منسدلة (</a:t>
            </a:r>
            <a:r>
              <a:rPr lang="en-US" sz="1400" dirty="0">
                <a:solidFill>
                  <a:schemeClr val="accent1">
                    <a:lumMod val="75000"/>
                  </a:schemeClr>
                </a:solidFill>
              </a:rPr>
              <a:t>Drop down list</a:t>
            </a:r>
            <a:r>
              <a:rPr lang="ar-AE" sz="1400" dirty="0">
                <a:solidFill>
                  <a:schemeClr val="accent1">
                    <a:lumMod val="75000"/>
                  </a:schemeClr>
                </a:solidFill>
              </a:rPr>
              <a:t>)</a:t>
            </a:r>
            <a:endParaRPr lang="en-US" sz="1400" dirty="0">
              <a:solidFill>
                <a:schemeClr val="accent1">
                  <a:lumMod val="75000"/>
                </a:schemeClr>
              </a:solidFill>
            </a:endParaRPr>
          </a:p>
        </p:txBody>
      </p:sp>
      <p:sp>
        <p:nvSpPr>
          <p:cNvPr id="76" name="TextBox 75">
            <a:extLst>
              <a:ext uri="{FF2B5EF4-FFF2-40B4-BE49-F238E27FC236}">
                <a16:creationId xmlns:a16="http://schemas.microsoft.com/office/drawing/2014/main" id="{4323EB72-51ED-4CD8-8DA2-FA4B46656C20}"/>
              </a:ext>
            </a:extLst>
          </p:cNvPr>
          <p:cNvSpPr txBox="1"/>
          <p:nvPr/>
        </p:nvSpPr>
        <p:spPr>
          <a:xfrm>
            <a:off x="10494438" y="3945053"/>
            <a:ext cx="1430866" cy="738664"/>
          </a:xfrm>
          <a:prstGeom prst="rect">
            <a:avLst/>
          </a:prstGeom>
          <a:noFill/>
        </p:spPr>
        <p:txBody>
          <a:bodyPr wrap="square" rtlCol="0">
            <a:spAutoFit/>
          </a:bodyPr>
          <a:lstStyle/>
          <a:p>
            <a:pPr algn="ctr" rtl="1"/>
            <a:r>
              <a:rPr lang="ar-AE" sz="1400" dirty="0">
                <a:solidFill>
                  <a:schemeClr val="accent1">
                    <a:lumMod val="75000"/>
                  </a:schemeClr>
                </a:solidFill>
              </a:rPr>
              <a:t>القائمة المخصصة لمرحلة التحضير ومستوى قيادة اللواء</a:t>
            </a:r>
            <a:endParaRPr lang="en-US" sz="1400" dirty="0">
              <a:solidFill>
                <a:schemeClr val="accent1">
                  <a:lumMod val="75000"/>
                </a:schemeClr>
              </a:solidFill>
            </a:endParaRPr>
          </a:p>
        </p:txBody>
      </p:sp>
      <p:sp>
        <p:nvSpPr>
          <p:cNvPr id="77" name="TextBox 76">
            <a:extLst>
              <a:ext uri="{FF2B5EF4-FFF2-40B4-BE49-F238E27FC236}">
                <a16:creationId xmlns:a16="http://schemas.microsoft.com/office/drawing/2014/main" id="{5314A99E-40DB-4134-86F7-328BD5FB6D2E}"/>
              </a:ext>
            </a:extLst>
          </p:cNvPr>
          <p:cNvSpPr txBox="1"/>
          <p:nvPr/>
        </p:nvSpPr>
        <p:spPr>
          <a:xfrm>
            <a:off x="4110019" y="1725368"/>
            <a:ext cx="1430866" cy="738664"/>
          </a:xfrm>
          <a:prstGeom prst="rect">
            <a:avLst/>
          </a:prstGeom>
          <a:noFill/>
        </p:spPr>
        <p:txBody>
          <a:bodyPr wrap="square" rtlCol="0">
            <a:spAutoFit/>
          </a:bodyPr>
          <a:lstStyle/>
          <a:p>
            <a:pPr algn="ctr" rtl="1"/>
            <a:r>
              <a:rPr lang="ar-AE" sz="1400" dirty="0">
                <a:solidFill>
                  <a:schemeClr val="accent1">
                    <a:lumMod val="75000"/>
                  </a:schemeClr>
                </a:solidFill>
              </a:rPr>
              <a:t>القائمة المخصصة لمرحلة التحضير ومستوى قيادة اللواء</a:t>
            </a:r>
            <a:endParaRPr lang="en-US" sz="1400" dirty="0">
              <a:solidFill>
                <a:schemeClr val="accent1">
                  <a:lumMod val="75000"/>
                </a:schemeClr>
              </a:solidFill>
            </a:endParaRPr>
          </a:p>
        </p:txBody>
      </p:sp>
      <p:sp>
        <p:nvSpPr>
          <p:cNvPr id="78" name="TextBox 77">
            <a:extLst>
              <a:ext uri="{FF2B5EF4-FFF2-40B4-BE49-F238E27FC236}">
                <a16:creationId xmlns:a16="http://schemas.microsoft.com/office/drawing/2014/main" id="{322D002A-A0C0-4C4E-90B2-7190C0512857}"/>
              </a:ext>
            </a:extLst>
          </p:cNvPr>
          <p:cNvSpPr txBox="1"/>
          <p:nvPr/>
        </p:nvSpPr>
        <p:spPr>
          <a:xfrm>
            <a:off x="304801" y="909136"/>
            <a:ext cx="3593554" cy="5047536"/>
          </a:xfrm>
          <a:prstGeom prst="rect">
            <a:avLst/>
          </a:prstGeom>
          <a:noFill/>
        </p:spPr>
        <p:txBody>
          <a:bodyPr wrap="square" rtlCol="0">
            <a:spAutoFit/>
          </a:bodyPr>
          <a:lstStyle/>
          <a:p>
            <a:pPr algn="ctr" rtl="1"/>
            <a:r>
              <a:rPr lang="ar-AE" sz="1400" dirty="0"/>
              <a:t>الفكرة:</a:t>
            </a:r>
          </a:p>
          <a:p>
            <a:pPr algn="r" rtl="1"/>
            <a:r>
              <a:rPr lang="ar-AE" sz="1400" dirty="0"/>
              <a:t>1. بناء وإنشاء صفحة خاصة لفريق التخطيط (في صفحة مساحة التخطيط / إنشاء مجرى جديد) لهدف تخصيص وربط عدة قوائم لتقييم الإجراءات بقائمة مجرى الأحداث والمعاضل والتي تخصص لمحكم معين حسب موقعه في تقييم الوحدة المتدربة (مثال: قيادة مجموعة لواء أو كتيبة أو سرية). </a:t>
            </a:r>
          </a:p>
          <a:p>
            <a:pPr algn="r" rtl="1"/>
            <a:r>
              <a:rPr lang="ar-AE" sz="1400" dirty="0"/>
              <a:t>2. أثناء فترة التجهيز للتمرين يقوم فريق التخطيط بتوزيع المهام والواجبات لجميع المحكمين وتخصيصهم لتحكيم وتقييم الوحدة المتدربة، وفي هذا الأثناء يقوم فريق التخطيط وتوزيع قوائم مجرى الأحداث والمعاضل وقوائم تقييم الإجراءات على المحكمين.</a:t>
            </a:r>
          </a:p>
          <a:p>
            <a:pPr algn="r" rtl="1"/>
            <a:r>
              <a:rPr lang="ar-AE" sz="1400" dirty="0"/>
              <a:t>3. لكل قائمة من مجرى الأحداث والمعاضل يخصص لها عدد من قوائم تقييم الإجراءات حسب عدد المعاضل الموجودة في مجرى الأحداث والمعاضل (عدد قوائم تقييم الإجراءات = عدد المعاضل في مجرى الأحداث)</a:t>
            </a:r>
          </a:p>
          <a:p>
            <a:pPr algn="r" rtl="1"/>
            <a:r>
              <a:rPr lang="ar-AE" sz="1400" dirty="0"/>
              <a:t>4. يقوم فريق التخطيط بإدراج ملف مجرى الأحداث وملفات تقييم الإجراءات من خلال الضغط على زر (</a:t>
            </a:r>
            <a:r>
              <a:rPr lang="en-US" sz="1400" dirty="0"/>
              <a:t>Button</a:t>
            </a:r>
            <a:r>
              <a:rPr lang="ar-AE" sz="1400" dirty="0"/>
              <a:t>) أدرج ملف (حسب صيغة الملف) في القوائم المخصصة لها.</a:t>
            </a:r>
            <a:br>
              <a:rPr lang="ar-AE" sz="1400" dirty="0"/>
            </a:br>
            <a:r>
              <a:rPr lang="ar-AE" sz="1400" dirty="0"/>
              <a:t>5. بعد إدراج الملفات في القوائم المخصصة لها يتم الضغط على زر (</a:t>
            </a:r>
            <a:r>
              <a:rPr lang="en-US" sz="1400" dirty="0"/>
              <a:t>Button</a:t>
            </a:r>
            <a:r>
              <a:rPr lang="ar-AE" sz="1400" dirty="0"/>
              <a:t>) تخصيص وربط ليقوم بربط ملفات قوائم لتقييم الإجراءات بقائمة مجرى الأحداث والمعاضل.</a:t>
            </a:r>
          </a:p>
          <a:p>
            <a:pPr algn="r" rtl="1"/>
            <a:r>
              <a:rPr lang="ar-AE" sz="1400" dirty="0"/>
              <a:t>6. بعد ذلك نقوم بربط قوائم لتقييم الإجراءات وقائمة مجرى الأحداث والمعاضل بالمحكمين كل </a:t>
            </a:r>
            <a:r>
              <a:rPr lang="ar-AE" sz="1400"/>
              <a:t>حسب موقعه</a:t>
            </a:r>
            <a:endParaRPr lang="en-US" sz="1400" dirty="0"/>
          </a:p>
        </p:txBody>
      </p:sp>
    </p:spTree>
    <p:extLst>
      <p:ext uri="{BB962C8B-B14F-4D97-AF65-F5344CB8AC3E}">
        <p14:creationId xmlns:p14="http://schemas.microsoft.com/office/powerpoint/2010/main" val="19583289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117</TotalTime>
  <Words>292</Words>
  <Application>Microsoft Office PowerPoint</Application>
  <PresentationFormat>Widescreen</PresentationFormat>
  <Paragraphs>26</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Administrator</cp:lastModifiedBy>
  <cp:revision>12</cp:revision>
  <dcterms:created xsi:type="dcterms:W3CDTF">2026-05-14T05:24:30Z</dcterms:created>
  <dcterms:modified xsi:type="dcterms:W3CDTF">2026-05-14T07:21:40Z</dcterms:modified>
</cp:coreProperties>
</file>