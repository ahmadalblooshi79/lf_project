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DD81-9BD3-49A8-9A3F-145221AF5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8D9CA-94FF-40BC-97A7-CA01F7487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922E-2779-48F2-99CB-1B85D107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B4DED-B91B-4E2A-A538-DD24B5C8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3D31-BD4C-4D78-A394-3720C7AF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0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5B57-DD54-485D-ACDD-E5A1E7BA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141E2-D1D6-4DDF-A581-57AD894EE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15B54-BAE1-4C83-9AEF-7070CB8E2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46CDC-A594-4AE8-AC82-5F21FDB1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FDE9-6A62-44B0-AA27-D60A5A3D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8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9BEC-8097-49BC-9F6E-26EDA377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F402C-99D5-4170-B743-FDC93C63F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3CED8-453C-4A3F-AFE6-84153F62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D5F4-8CED-4A93-AE4A-C4EEA03C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F89A-7974-4753-99A2-F40F9ED1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BE1D-59A0-4D74-8B36-8BFEC5DD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844E-4BAB-4246-B338-655ADCE7C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DE8D7-86E0-4C4F-9B0A-1D06C8600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C44A9-C25B-4F13-8EAC-2D57F0F2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01B27-7796-442E-B451-9EBDB894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D25BA-6C95-4C18-85DE-B45072AF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A151-1EC6-44AB-B994-EC670237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12718-D183-4598-92F3-31E35ACB0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32B69-CE65-4AF0-85D2-C2D23A25B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BB61B-EA65-4BDB-8455-10E4D8951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D5E2C-8DA7-4F87-A508-3D83B5558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FF189-D4C9-4265-8BD2-38060AE7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7412B-505C-450A-822C-4C31F2E9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C6856-A269-4863-A0BE-70941A2D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7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5AF4-7A0B-41A6-9A4F-FF3809DB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04B8D-4C00-4644-A13A-2BC7BEB2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3E4EF-D80A-4ED6-B22F-EF13CD09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A40CE-EBC3-4611-B864-5FDE0571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6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4FCA9-9446-4D90-BD0E-7A9CD7BD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945FA-73D1-415C-903A-FA8D52D0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4999-AA8A-4DE2-9CFA-D690EA73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8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3297-9633-4119-B16A-A9764370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4B6EE-6FEF-4CD4-83F8-6768B6D10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2E946-A1E8-4DA4-A9E8-2C7A057F8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92A76-84A3-477A-8995-6F01D3C8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AD2BC-672E-43AF-A2AB-307E5343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5CE4E-33A8-4219-9EEA-0D8E9294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6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2E4D-97B4-42A6-AEF7-953F49E4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B48A1-BB61-4366-8FDF-57B037263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FAA30-DF81-4154-8C29-1B7C77FC3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1FE8C-D44A-4E16-8A5F-D6F16BD9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DE5AA-C4DC-4EE5-82BA-8562B362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06C56-2904-4C3A-8E40-9FE6D657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DCDB-D23A-416A-B52F-089ED641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9B6D0-CC8F-4EEC-8FA1-8C3500155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52F3-6413-42BE-B179-853DEF81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874F5-E988-403C-8713-BC3DD6C6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53182-BB8F-4437-9589-540FEE63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0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01424-62C9-4204-A2F7-FBB62D33B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EF84F-12E1-45FC-88AF-0EB0D30E0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472C3-0AB7-4404-8CC9-C56DDE0C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A02CF-80D4-42A7-98FB-9F6E76B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7CA11-3CF5-483F-AA57-7255E35F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0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14D1B-AAC2-40A6-A824-8909646A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2A7B6-B961-4E3B-BDD5-E1B04AC8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15A3-274C-4B51-9307-55B80684F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93359-A185-40B5-9042-74651489AC1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EE827-FBDB-427F-9488-FB2BEDA1D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B6A7A-024A-4F16-ACB1-A57A30813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4AA7-4476-4C1A-8F4E-373AD0122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0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445DE8-12E9-467A-B30C-1CC75CA0C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21176"/>
              </p:ext>
            </p:extLst>
          </p:nvPr>
        </p:nvGraphicFramePr>
        <p:xfrm>
          <a:off x="390144" y="1310118"/>
          <a:ext cx="1141171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203399878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34519483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91135111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01834796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87255209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0567801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62114049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5762616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947497755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9847540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1316185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654846745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182637272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78434829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360030330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367367760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093109867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ar-AE" dirty="0"/>
                        <a:t>مرحلة العمليات التعرضير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ar-AE" dirty="0"/>
                        <a:t>مرحلة الإنفتاح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ar-AE" dirty="0"/>
                        <a:t>مرحلة التحضير</a:t>
                      </a:r>
                      <a:endParaRPr lang="en-US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dirty="0"/>
                        <a:t>الوحدة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10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dirty="0"/>
                        <a:t>قيادة مجموعة اللواء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45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dirty="0"/>
                        <a:t>هيئة ركن مجموعة لواء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66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dirty="0"/>
                        <a:t>قيادة كتيبة المشاة الآلية/2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31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dirty="0"/>
                        <a:t>قيادة كتيبة المشاة الآلية/3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686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dirty="0"/>
                        <a:t>قيادة كتيبة الدبابات/4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04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AE" dirty="0"/>
                        <a:t>كتيبة المدفعية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8126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8C4642-11F1-4D1E-906F-B4DC61F777DE}"/>
              </a:ext>
            </a:extLst>
          </p:cNvPr>
          <p:cNvSpPr txBox="1"/>
          <p:nvPr/>
        </p:nvSpPr>
        <p:spPr>
          <a:xfrm>
            <a:off x="3678767" y="433402"/>
            <a:ext cx="483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b="1" u="sng" dirty="0"/>
              <a:t>نموذج الرسم البياني لأداء الوحدات التفصيلي </a:t>
            </a:r>
            <a:r>
              <a:rPr lang="ar-AE" b="1" u="sng" dirty="0"/>
              <a:t>(</a:t>
            </a:r>
            <a:r>
              <a:rPr lang="en-US" b="1" u="sng" dirty="0"/>
              <a:t>مراحل التقييم</a:t>
            </a:r>
            <a:r>
              <a:rPr lang="ar-AE" b="1" u="sng" dirty="0"/>
              <a:t>)</a:t>
            </a:r>
            <a:endParaRPr lang="en-US" b="1" u="sng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5E1E14B-5B43-4C94-B251-FEF78257474D}"/>
              </a:ext>
            </a:extLst>
          </p:cNvPr>
          <p:cNvSpPr/>
          <p:nvPr/>
        </p:nvSpPr>
        <p:spPr>
          <a:xfrm>
            <a:off x="9237133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FBFA076-44B6-4116-A200-7205CE0697CD}"/>
              </a:ext>
            </a:extLst>
          </p:cNvPr>
          <p:cNvSpPr/>
          <p:nvPr/>
        </p:nvSpPr>
        <p:spPr>
          <a:xfrm>
            <a:off x="8695266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37DEEC0-3DBD-48EE-96E8-8E1EC86CE9F6}"/>
              </a:ext>
            </a:extLst>
          </p:cNvPr>
          <p:cNvSpPr/>
          <p:nvPr/>
        </p:nvSpPr>
        <p:spPr>
          <a:xfrm>
            <a:off x="8111064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3E2D8EF-ADBB-4B8D-BBEB-8700804E02C5}"/>
              </a:ext>
            </a:extLst>
          </p:cNvPr>
          <p:cNvSpPr/>
          <p:nvPr/>
        </p:nvSpPr>
        <p:spPr>
          <a:xfrm>
            <a:off x="7535331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5ACE6E2-92B3-49D5-A2C3-6AE85F600B29}"/>
              </a:ext>
            </a:extLst>
          </p:cNvPr>
          <p:cNvSpPr/>
          <p:nvPr/>
        </p:nvSpPr>
        <p:spPr>
          <a:xfrm>
            <a:off x="6959594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0D2ECF2-3D84-4B21-955B-21B9591E48EC}"/>
              </a:ext>
            </a:extLst>
          </p:cNvPr>
          <p:cNvSpPr/>
          <p:nvPr/>
        </p:nvSpPr>
        <p:spPr>
          <a:xfrm>
            <a:off x="6417727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701EBFE-13F2-4307-9F94-F6C05B4BB60F}"/>
              </a:ext>
            </a:extLst>
          </p:cNvPr>
          <p:cNvSpPr/>
          <p:nvPr/>
        </p:nvSpPr>
        <p:spPr>
          <a:xfrm>
            <a:off x="5833525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E99D9A5-4189-4B41-80BC-F857AD3F9683}"/>
              </a:ext>
            </a:extLst>
          </p:cNvPr>
          <p:cNvSpPr/>
          <p:nvPr/>
        </p:nvSpPr>
        <p:spPr>
          <a:xfrm>
            <a:off x="5257792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82B83D2-29E5-4260-B4FE-872279860A95}"/>
              </a:ext>
            </a:extLst>
          </p:cNvPr>
          <p:cNvSpPr/>
          <p:nvPr/>
        </p:nvSpPr>
        <p:spPr>
          <a:xfrm>
            <a:off x="4631247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0E09A0F-548E-4900-A846-16CC59298C32}"/>
              </a:ext>
            </a:extLst>
          </p:cNvPr>
          <p:cNvSpPr/>
          <p:nvPr/>
        </p:nvSpPr>
        <p:spPr>
          <a:xfrm>
            <a:off x="4089380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E60DA3B-D5A6-4800-9095-FF228D0AAB8C}"/>
              </a:ext>
            </a:extLst>
          </p:cNvPr>
          <p:cNvSpPr/>
          <p:nvPr/>
        </p:nvSpPr>
        <p:spPr>
          <a:xfrm>
            <a:off x="3505178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F073BBA8-4242-4188-9487-6B7449CAD5CB}"/>
              </a:ext>
            </a:extLst>
          </p:cNvPr>
          <p:cNvSpPr/>
          <p:nvPr/>
        </p:nvSpPr>
        <p:spPr>
          <a:xfrm>
            <a:off x="2929445" y="18186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814D29A-082E-4499-8F10-68926D7221D1}"/>
              </a:ext>
            </a:extLst>
          </p:cNvPr>
          <p:cNvSpPr/>
          <p:nvPr/>
        </p:nvSpPr>
        <p:spPr>
          <a:xfrm>
            <a:off x="2324062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DB693D2-ED42-436B-B45C-40E27ABDEAE8}"/>
              </a:ext>
            </a:extLst>
          </p:cNvPr>
          <p:cNvSpPr/>
          <p:nvPr/>
        </p:nvSpPr>
        <p:spPr>
          <a:xfrm>
            <a:off x="1782195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2E01432F-B7DE-4897-9DBC-65ECAD030B2C}"/>
              </a:ext>
            </a:extLst>
          </p:cNvPr>
          <p:cNvSpPr/>
          <p:nvPr/>
        </p:nvSpPr>
        <p:spPr>
          <a:xfrm>
            <a:off x="1197993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46177828-51F5-4A21-9747-E4D20581A7C1}"/>
              </a:ext>
            </a:extLst>
          </p:cNvPr>
          <p:cNvSpPr/>
          <p:nvPr/>
        </p:nvSpPr>
        <p:spPr>
          <a:xfrm>
            <a:off x="622260" y="18186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E93DE1A0-F6F1-468E-AB65-AF72D78A5A65}"/>
              </a:ext>
            </a:extLst>
          </p:cNvPr>
          <p:cNvSpPr/>
          <p:nvPr/>
        </p:nvSpPr>
        <p:spPr>
          <a:xfrm>
            <a:off x="9237133" y="21742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5A4CA31-619E-4582-91BC-CE3E6602B5B4}"/>
              </a:ext>
            </a:extLst>
          </p:cNvPr>
          <p:cNvSpPr/>
          <p:nvPr/>
        </p:nvSpPr>
        <p:spPr>
          <a:xfrm>
            <a:off x="8695266" y="21742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3CC44FD-36B4-41BA-84EA-21F5B3B4575E}"/>
              </a:ext>
            </a:extLst>
          </p:cNvPr>
          <p:cNvSpPr/>
          <p:nvPr/>
        </p:nvSpPr>
        <p:spPr>
          <a:xfrm>
            <a:off x="8111064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C5925B41-E6E9-486B-9C0A-F72F5C549804}"/>
              </a:ext>
            </a:extLst>
          </p:cNvPr>
          <p:cNvSpPr/>
          <p:nvPr/>
        </p:nvSpPr>
        <p:spPr>
          <a:xfrm>
            <a:off x="7535331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90FE1D3C-4710-4E6B-BF94-39CAEA2A6E72}"/>
              </a:ext>
            </a:extLst>
          </p:cNvPr>
          <p:cNvSpPr/>
          <p:nvPr/>
        </p:nvSpPr>
        <p:spPr>
          <a:xfrm>
            <a:off x="6959594" y="21742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9A4A5F59-DE34-4CF7-9241-EB2F944CCF64}"/>
              </a:ext>
            </a:extLst>
          </p:cNvPr>
          <p:cNvSpPr/>
          <p:nvPr/>
        </p:nvSpPr>
        <p:spPr>
          <a:xfrm>
            <a:off x="6417727" y="21742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0BAD70CF-FE55-4E0F-B9B0-E69A36BBA68E}"/>
              </a:ext>
            </a:extLst>
          </p:cNvPr>
          <p:cNvSpPr/>
          <p:nvPr/>
        </p:nvSpPr>
        <p:spPr>
          <a:xfrm>
            <a:off x="5833525" y="21742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4176C18-C0BB-4114-91FB-5A2F425B4EB8}"/>
              </a:ext>
            </a:extLst>
          </p:cNvPr>
          <p:cNvSpPr/>
          <p:nvPr/>
        </p:nvSpPr>
        <p:spPr>
          <a:xfrm>
            <a:off x="5257792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97E4498-9F6D-4906-9A94-90F2A5A91A71}"/>
              </a:ext>
            </a:extLst>
          </p:cNvPr>
          <p:cNvSpPr/>
          <p:nvPr/>
        </p:nvSpPr>
        <p:spPr>
          <a:xfrm>
            <a:off x="4631247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D501E993-D9BA-4F60-8373-EC4CB0E08BA0}"/>
              </a:ext>
            </a:extLst>
          </p:cNvPr>
          <p:cNvSpPr/>
          <p:nvPr/>
        </p:nvSpPr>
        <p:spPr>
          <a:xfrm>
            <a:off x="4089380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CA9CF1BB-CDF4-4CC7-AF21-85A272BBA52C}"/>
              </a:ext>
            </a:extLst>
          </p:cNvPr>
          <p:cNvSpPr/>
          <p:nvPr/>
        </p:nvSpPr>
        <p:spPr>
          <a:xfrm>
            <a:off x="3505178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98C676E-8BE4-41F1-B072-C16738A0D4FA}"/>
              </a:ext>
            </a:extLst>
          </p:cNvPr>
          <p:cNvSpPr/>
          <p:nvPr/>
        </p:nvSpPr>
        <p:spPr>
          <a:xfrm>
            <a:off x="2929445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8A44AD1A-1C02-4958-8880-70B309CCBEFF}"/>
              </a:ext>
            </a:extLst>
          </p:cNvPr>
          <p:cNvSpPr/>
          <p:nvPr/>
        </p:nvSpPr>
        <p:spPr>
          <a:xfrm>
            <a:off x="2324062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AB495BE5-E5EF-4758-A76B-C158EC65FDC9}"/>
              </a:ext>
            </a:extLst>
          </p:cNvPr>
          <p:cNvSpPr/>
          <p:nvPr/>
        </p:nvSpPr>
        <p:spPr>
          <a:xfrm>
            <a:off x="1782195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62A14AD-4A59-4D5D-B370-9EBB60811AC1}"/>
              </a:ext>
            </a:extLst>
          </p:cNvPr>
          <p:cNvSpPr/>
          <p:nvPr/>
        </p:nvSpPr>
        <p:spPr>
          <a:xfrm>
            <a:off x="1197993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433138E7-56FD-4B98-8881-B82C52EBC10A}"/>
              </a:ext>
            </a:extLst>
          </p:cNvPr>
          <p:cNvSpPr/>
          <p:nvPr/>
        </p:nvSpPr>
        <p:spPr>
          <a:xfrm>
            <a:off x="622260" y="21742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61DB2B38-40C3-4C93-B539-B64F59D48E2F}"/>
              </a:ext>
            </a:extLst>
          </p:cNvPr>
          <p:cNvSpPr/>
          <p:nvPr/>
        </p:nvSpPr>
        <p:spPr>
          <a:xfrm>
            <a:off x="9237133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DC92EC80-06C9-4589-B2F7-3553F713D2EC}"/>
              </a:ext>
            </a:extLst>
          </p:cNvPr>
          <p:cNvSpPr/>
          <p:nvPr/>
        </p:nvSpPr>
        <p:spPr>
          <a:xfrm>
            <a:off x="8695266" y="25298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3401E5FF-095F-4A41-99C6-7CCDF65F45BD}"/>
              </a:ext>
            </a:extLst>
          </p:cNvPr>
          <p:cNvSpPr/>
          <p:nvPr/>
        </p:nvSpPr>
        <p:spPr>
          <a:xfrm>
            <a:off x="8111064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EFEF6E6-8F88-454E-916A-1933B91CEA3D}"/>
              </a:ext>
            </a:extLst>
          </p:cNvPr>
          <p:cNvSpPr/>
          <p:nvPr/>
        </p:nvSpPr>
        <p:spPr>
          <a:xfrm>
            <a:off x="7535331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69A85AF0-5372-4625-897C-67BDB5AFA961}"/>
              </a:ext>
            </a:extLst>
          </p:cNvPr>
          <p:cNvSpPr/>
          <p:nvPr/>
        </p:nvSpPr>
        <p:spPr>
          <a:xfrm>
            <a:off x="6959594" y="25298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6A41193D-F0E7-48E4-B8A1-EEC2934D691B}"/>
              </a:ext>
            </a:extLst>
          </p:cNvPr>
          <p:cNvSpPr/>
          <p:nvPr/>
        </p:nvSpPr>
        <p:spPr>
          <a:xfrm>
            <a:off x="6417727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6444708D-1411-41FB-9113-0AB7A720CA5C}"/>
              </a:ext>
            </a:extLst>
          </p:cNvPr>
          <p:cNvSpPr/>
          <p:nvPr/>
        </p:nvSpPr>
        <p:spPr>
          <a:xfrm>
            <a:off x="5833525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12ADD750-1EC1-4E38-BC23-52593FFD0AD9}"/>
              </a:ext>
            </a:extLst>
          </p:cNvPr>
          <p:cNvSpPr/>
          <p:nvPr/>
        </p:nvSpPr>
        <p:spPr>
          <a:xfrm>
            <a:off x="5257792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FBE184AF-F568-4DBC-AAD2-023092F1C2DF}"/>
              </a:ext>
            </a:extLst>
          </p:cNvPr>
          <p:cNvSpPr/>
          <p:nvPr/>
        </p:nvSpPr>
        <p:spPr>
          <a:xfrm>
            <a:off x="4631247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E6FD0049-F6B1-4070-AA21-0AC1348B11EB}"/>
              </a:ext>
            </a:extLst>
          </p:cNvPr>
          <p:cNvSpPr/>
          <p:nvPr/>
        </p:nvSpPr>
        <p:spPr>
          <a:xfrm>
            <a:off x="4089380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205D0A2-B87F-4874-B6C1-3878B482EF35}"/>
              </a:ext>
            </a:extLst>
          </p:cNvPr>
          <p:cNvSpPr/>
          <p:nvPr/>
        </p:nvSpPr>
        <p:spPr>
          <a:xfrm>
            <a:off x="3505178" y="25298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0FE10C88-8E0F-4FD9-A178-29769D96E01A}"/>
              </a:ext>
            </a:extLst>
          </p:cNvPr>
          <p:cNvSpPr/>
          <p:nvPr/>
        </p:nvSpPr>
        <p:spPr>
          <a:xfrm>
            <a:off x="2929445" y="2529840"/>
            <a:ext cx="118534" cy="11853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B5C99C65-0EDF-4DB4-B678-64FB7601ABBC}"/>
              </a:ext>
            </a:extLst>
          </p:cNvPr>
          <p:cNvSpPr/>
          <p:nvPr/>
        </p:nvSpPr>
        <p:spPr>
          <a:xfrm>
            <a:off x="2324062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7D17769C-09B1-4DBA-A372-84040C620A93}"/>
              </a:ext>
            </a:extLst>
          </p:cNvPr>
          <p:cNvSpPr/>
          <p:nvPr/>
        </p:nvSpPr>
        <p:spPr>
          <a:xfrm>
            <a:off x="1782195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6839674A-8036-440B-A3CC-0D44E3BEB757}"/>
              </a:ext>
            </a:extLst>
          </p:cNvPr>
          <p:cNvSpPr/>
          <p:nvPr/>
        </p:nvSpPr>
        <p:spPr>
          <a:xfrm>
            <a:off x="1197993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6C4BB4FF-9F3A-44EE-A922-D82BB874BC78}"/>
              </a:ext>
            </a:extLst>
          </p:cNvPr>
          <p:cNvSpPr/>
          <p:nvPr/>
        </p:nvSpPr>
        <p:spPr>
          <a:xfrm>
            <a:off x="622260" y="2529840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2EF687AC-1763-4A19-890A-55258B96F1A3}"/>
              </a:ext>
            </a:extLst>
          </p:cNvPr>
          <p:cNvSpPr/>
          <p:nvPr/>
        </p:nvSpPr>
        <p:spPr>
          <a:xfrm>
            <a:off x="9237133" y="2902373"/>
            <a:ext cx="118534" cy="11853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E078B074-8AFB-4BCB-AAB6-66AFBB100B3E}"/>
              </a:ext>
            </a:extLst>
          </p:cNvPr>
          <p:cNvSpPr/>
          <p:nvPr/>
        </p:nvSpPr>
        <p:spPr>
          <a:xfrm>
            <a:off x="8695266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B42A04C7-8071-46B2-8C15-D0B651372DC0}"/>
              </a:ext>
            </a:extLst>
          </p:cNvPr>
          <p:cNvSpPr/>
          <p:nvPr/>
        </p:nvSpPr>
        <p:spPr>
          <a:xfrm>
            <a:off x="8111064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A4FCA3CE-D2EF-48FB-8E93-B604ED1B3F4E}"/>
              </a:ext>
            </a:extLst>
          </p:cNvPr>
          <p:cNvSpPr/>
          <p:nvPr/>
        </p:nvSpPr>
        <p:spPr>
          <a:xfrm>
            <a:off x="7535331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580F4884-8D1B-4860-AEBB-80E91AEE81BB}"/>
              </a:ext>
            </a:extLst>
          </p:cNvPr>
          <p:cNvSpPr/>
          <p:nvPr/>
        </p:nvSpPr>
        <p:spPr>
          <a:xfrm>
            <a:off x="6959594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2E143D64-7022-4111-841B-95095B3EC6B3}"/>
              </a:ext>
            </a:extLst>
          </p:cNvPr>
          <p:cNvSpPr/>
          <p:nvPr/>
        </p:nvSpPr>
        <p:spPr>
          <a:xfrm>
            <a:off x="6417727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3EC2AF59-676D-4F86-891E-76D497AD2BEB}"/>
              </a:ext>
            </a:extLst>
          </p:cNvPr>
          <p:cNvSpPr/>
          <p:nvPr/>
        </p:nvSpPr>
        <p:spPr>
          <a:xfrm>
            <a:off x="5833525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73AF085D-955B-4094-930E-439C0BB380FA}"/>
              </a:ext>
            </a:extLst>
          </p:cNvPr>
          <p:cNvSpPr/>
          <p:nvPr/>
        </p:nvSpPr>
        <p:spPr>
          <a:xfrm>
            <a:off x="5257792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174F507C-D4FD-4403-8549-915AD83F17F0}"/>
              </a:ext>
            </a:extLst>
          </p:cNvPr>
          <p:cNvSpPr/>
          <p:nvPr/>
        </p:nvSpPr>
        <p:spPr>
          <a:xfrm>
            <a:off x="4631247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C979709C-3C25-440D-BB00-1EAF3AD31F79}"/>
              </a:ext>
            </a:extLst>
          </p:cNvPr>
          <p:cNvSpPr/>
          <p:nvPr/>
        </p:nvSpPr>
        <p:spPr>
          <a:xfrm>
            <a:off x="4089380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AA0E9F34-D1E5-4821-9B2B-118EBAC8C497}"/>
              </a:ext>
            </a:extLst>
          </p:cNvPr>
          <p:cNvSpPr/>
          <p:nvPr/>
        </p:nvSpPr>
        <p:spPr>
          <a:xfrm>
            <a:off x="3505178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CCD67BFE-BCAE-4D95-9D48-A65C95711B68}"/>
              </a:ext>
            </a:extLst>
          </p:cNvPr>
          <p:cNvSpPr/>
          <p:nvPr/>
        </p:nvSpPr>
        <p:spPr>
          <a:xfrm>
            <a:off x="2929445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111FB524-9C24-4D81-832A-315FBEE9F2C3}"/>
              </a:ext>
            </a:extLst>
          </p:cNvPr>
          <p:cNvSpPr/>
          <p:nvPr/>
        </p:nvSpPr>
        <p:spPr>
          <a:xfrm>
            <a:off x="2324062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CECD3212-F616-4E36-9E05-CEA7734546AB}"/>
              </a:ext>
            </a:extLst>
          </p:cNvPr>
          <p:cNvSpPr/>
          <p:nvPr/>
        </p:nvSpPr>
        <p:spPr>
          <a:xfrm>
            <a:off x="1782195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803C22FA-6765-4F99-B2B6-8072F222A653}"/>
              </a:ext>
            </a:extLst>
          </p:cNvPr>
          <p:cNvSpPr/>
          <p:nvPr/>
        </p:nvSpPr>
        <p:spPr>
          <a:xfrm>
            <a:off x="1197993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6D0894B0-BF52-403C-B4B8-F9FB2627BFDB}"/>
              </a:ext>
            </a:extLst>
          </p:cNvPr>
          <p:cNvSpPr/>
          <p:nvPr/>
        </p:nvSpPr>
        <p:spPr>
          <a:xfrm>
            <a:off x="622260" y="2902373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D136ACC2-AFA2-4344-9F11-662402FA1479}"/>
              </a:ext>
            </a:extLst>
          </p:cNvPr>
          <p:cNvSpPr/>
          <p:nvPr/>
        </p:nvSpPr>
        <p:spPr>
          <a:xfrm>
            <a:off x="9237133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3E9FDD9C-BFDD-4BD7-80BE-109F18F24AC6}"/>
              </a:ext>
            </a:extLst>
          </p:cNvPr>
          <p:cNvSpPr/>
          <p:nvPr/>
        </p:nvSpPr>
        <p:spPr>
          <a:xfrm>
            <a:off x="8695266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875208B3-1569-4434-9060-883B727A829B}"/>
              </a:ext>
            </a:extLst>
          </p:cNvPr>
          <p:cNvSpPr/>
          <p:nvPr/>
        </p:nvSpPr>
        <p:spPr>
          <a:xfrm>
            <a:off x="8111064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1A7E8BE1-6AB4-4469-862C-C8D0AC58CB0D}"/>
              </a:ext>
            </a:extLst>
          </p:cNvPr>
          <p:cNvSpPr/>
          <p:nvPr/>
        </p:nvSpPr>
        <p:spPr>
          <a:xfrm>
            <a:off x="7535331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89DB304F-D1C3-4E12-89A5-7821C59E11DA}"/>
              </a:ext>
            </a:extLst>
          </p:cNvPr>
          <p:cNvSpPr/>
          <p:nvPr/>
        </p:nvSpPr>
        <p:spPr>
          <a:xfrm>
            <a:off x="6959594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D3B03A15-6BB6-4D3D-B501-497A8AC3E0CD}"/>
              </a:ext>
            </a:extLst>
          </p:cNvPr>
          <p:cNvSpPr/>
          <p:nvPr/>
        </p:nvSpPr>
        <p:spPr>
          <a:xfrm>
            <a:off x="6417727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0A9DBA0F-EE29-488C-862D-BDBBE1029CB3}"/>
              </a:ext>
            </a:extLst>
          </p:cNvPr>
          <p:cNvSpPr/>
          <p:nvPr/>
        </p:nvSpPr>
        <p:spPr>
          <a:xfrm>
            <a:off x="5833525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728783FC-B105-41B2-931C-71B84B8516AF}"/>
              </a:ext>
            </a:extLst>
          </p:cNvPr>
          <p:cNvSpPr/>
          <p:nvPr/>
        </p:nvSpPr>
        <p:spPr>
          <a:xfrm>
            <a:off x="5257792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C04D9B40-ECFC-4D7C-B265-D06DE5605E20}"/>
              </a:ext>
            </a:extLst>
          </p:cNvPr>
          <p:cNvSpPr/>
          <p:nvPr/>
        </p:nvSpPr>
        <p:spPr>
          <a:xfrm>
            <a:off x="4631247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ADC61725-E333-4319-9508-39C28E50EEE5}"/>
              </a:ext>
            </a:extLst>
          </p:cNvPr>
          <p:cNvSpPr/>
          <p:nvPr/>
        </p:nvSpPr>
        <p:spPr>
          <a:xfrm>
            <a:off x="4089380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85A31E22-54FC-4C1E-A954-13096BDAD588}"/>
              </a:ext>
            </a:extLst>
          </p:cNvPr>
          <p:cNvSpPr/>
          <p:nvPr/>
        </p:nvSpPr>
        <p:spPr>
          <a:xfrm>
            <a:off x="3505178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FF4080FD-4030-4A57-B4CD-B13E7C57EB60}"/>
              </a:ext>
            </a:extLst>
          </p:cNvPr>
          <p:cNvSpPr/>
          <p:nvPr/>
        </p:nvSpPr>
        <p:spPr>
          <a:xfrm>
            <a:off x="2929445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ED0C4063-A0FC-4E46-85F4-441758898B9B}"/>
              </a:ext>
            </a:extLst>
          </p:cNvPr>
          <p:cNvSpPr/>
          <p:nvPr/>
        </p:nvSpPr>
        <p:spPr>
          <a:xfrm>
            <a:off x="2324062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FF2070BA-8EEA-43C8-AC49-F29E0D79BCC2}"/>
              </a:ext>
            </a:extLst>
          </p:cNvPr>
          <p:cNvSpPr/>
          <p:nvPr/>
        </p:nvSpPr>
        <p:spPr>
          <a:xfrm>
            <a:off x="1782195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929A8E88-D19D-4540-9A69-53DFE43510BD}"/>
              </a:ext>
            </a:extLst>
          </p:cNvPr>
          <p:cNvSpPr/>
          <p:nvPr/>
        </p:nvSpPr>
        <p:spPr>
          <a:xfrm>
            <a:off x="1197993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E7B62F15-8AB6-45CD-961A-ABACF7FAC2BE}"/>
              </a:ext>
            </a:extLst>
          </p:cNvPr>
          <p:cNvSpPr/>
          <p:nvPr/>
        </p:nvSpPr>
        <p:spPr>
          <a:xfrm>
            <a:off x="622260" y="3266439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AD49C59C-19FE-44A7-95C5-27FD43A8EEA8}"/>
              </a:ext>
            </a:extLst>
          </p:cNvPr>
          <p:cNvSpPr/>
          <p:nvPr/>
        </p:nvSpPr>
        <p:spPr>
          <a:xfrm>
            <a:off x="9237133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72D02974-7161-4AC4-917E-84831176439A}"/>
              </a:ext>
            </a:extLst>
          </p:cNvPr>
          <p:cNvSpPr/>
          <p:nvPr/>
        </p:nvSpPr>
        <p:spPr>
          <a:xfrm>
            <a:off x="8695266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FB9D9E4B-20C4-4B43-8F9B-D8DF38120829}"/>
              </a:ext>
            </a:extLst>
          </p:cNvPr>
          <p:cNvSpPr/>
          <p:nvPr/>
        </p:nvSpPr>
        <p:spPr>
          <a:xfrm>
            <a:off x="8111064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55BFE496-2CAD-4F5B-AF80-1E49CD9CF25C}"/>
              </a:ext>
            </a:extLst>
          </p:cNvPr>
          <p:cNvSpPr/>
          <p:nvPr/>
        </p:nvSpPr>
        <p:spPr>
          <a:xfrm>
            <a:off x="7535331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31CE00BC-5DC4-4CF8-95FA-87E0AB402108}"/>
              </a:ext>
            </a:extLst>
          </p:cNvPr>
          <p:cNvSpPr/>
          <p:nvPr/>
        </p:nvSpPr>
        <p:spPr>
          <a:xfrm>
            <a:off x="6959594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41A851E1-D30A-46A7-9430-649226C062E2}"/>
              </a:ext>
            </a:extLst>
          </p:cNvPr>
          <p:cNvSpPr/>
          <p:nvPr/>
        </p:nvSpPr>
        <p:spPr>
          <a:xfrm>
            <a:off x="6417727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7BCAF6F9-8092-4EBA-8846-9F7745506C06}"/>
              </a:ext>
            </a:extLst>
          </p:cNvPr>
          <p:cNvSpPr/>
          <p:nvPr/>
        </p:nvSpPr>
        <p:spPr>
          <a:xfrm>
            <a:off x="5833525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0852F15E-EEFE-4ABC-80C3-30EB4B2B6EB7}"/>
              </a:ext>
            </a:extLst>
          </p:cNvPr>
          <p:cNvSpPr/>
          <p:nvPr/>
        </p:nvSpPr>
        <p:spPr>
          <a:xfrm>
            <a:off x="5257792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EFF352EA-4295-44C3-88C7-55145F1280ED}"/>
              </a:ext>
            </a:extLst>
          </p:cNvPr>
          <p:cNvSpPr/>
          <p:nvPr/>
        </p:nvSpPr>
        <p:spPr>
          <a:xfrm>
            <a:off x="4631247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EB68C6F8-9AC4-4808-B54B-AA00554835B7}"/>
              </a:ext>
            </a:extLst>
          </p:cNvPr>
          <p:cNvSpPr/>
          <p:nvPr/>
        </p:nvSpPr>
        <p:spPr>
          <a:xfrm>
            <a:off x="4089380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4F1D76F4-4078-4058-8784-C05A0922F5C2}"/>
              </a:ext>
            </a:extLst>
          </p:cNvPr>
          <p:cNvSpPr/>
          <p:nvPr/>
        </p:nvSpPr>
        <p:spPr>
          <a:xfrm>
            <a:off x="3505178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A1B80577-4B5E-455A-89A8-E5A123E1F7A1}"/>
              </a:ext>
            </a:extLst>
          </p:cNvPr>
          <p:cNvSpPr/>
          <p:nvPr/>
        </p:nvSpPr>
        <p:spPr>
          <a:xfrm>
            <a:off x="2929445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2B2C39E9-BB79-4285-A0B0-A3288A9DB2D2}"/>
              </a:ext>
            </a:extLst>
          </p:cNvPr>
          <p:cNvSpPr/>
          <p:nvPr/>
        </p:nvSpPr>
        <p:spPr>
          <a:xfrm>
            <a:off x="2324062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C4E255FA-DC1A-4CF1-9763-9D070E488041}"/>
              </a:ext>
            </a:extLst>
          </p:cNvPr>
          <p:cNvSpPr/>
          <p:nvPr/>
        </p:nvSpPr>
        <p:spPr>
          <a:xfrm>
            <a:off x="1782195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01E1891A-B864-4D52-A797-8D5938C3D3B8}"/>
              </a:ext>
            </a:extLst>
          </p:cNvPr>
          <p:cNvSpPr/>
          <p:nvPr/>
        </p:nvSpPr>
        <p:spPr>
          <a:xfrm>
            <a:off x="1197993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62778935-5F05-49A4-B65D-9E401614102C}"/>
              </a:ext>
            </a:extLst>
          </p:cNvPr>
          <p:cNvSpPr/>
          <p:nvPr/>
        </p:nvSpPr>
        <p:spPr>
          <a:xfrm>
            <a:off x="622260" y="3630505"/>
            <a:ext cx="118534" cy="118534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E7BA0C-9CC6-476F-B65B-AAFA0602EE85}"/>
              </a:ext>
            </a:extLst>
          </p:cNvPr>
          <p:cNvSpPr txBox="1"/>
          <p:nvPr/>
        </p:nvSpPr>
        <p:spPr>
          <a:xfrm>
            <a:off x="9237133" y="1801792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%100</a:t>
            </a:r>
            <a:endParaRPr lang="en-US" sz="5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BC595D6-3DC0-4501-8EF3-AAEEDFBADB0B}"/>
              </a:ext>
            </a:extLst>
          </p:cNvPr>
          <p:cNvSpPr txBox="1"/>
          <p:nvPr/>
        </p:nvSpPr>
        <p:spPr>
          <a:xfrm>
            <a:off x="7509917" y="1801792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%100</a:t>
            </a:r>
            <a:endParaRPr lang="en-US" sz="5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5F8462E-208F-4009-8839-4051D8D76B56}"/>
              </a:ext>
            </a:extLst>
          </p:cNvPr>
          <p:cNvSpPr txBox="1"/>
          <p:nvPr/>
        </p:nvSpPr>
        <p:spPr>
          <a:xfrm>
            <a:off x="5490627" y="1801792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%100</a:t>
            </a:r>
            <a:endParaRPr lang="en-US" sz="5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3EDEB9-4539-42C8-B416-30EB10BF0F55}"/>
              </a:ext>
            </a:extLst>
          </p:cNvPr>
          <p:cNvSpPr txBox="1"/>
          <p:nvPr/>
        </p:nvSpPr>
        <p:spPr>
          <a:xfrm>
            <a:off x="6066373" y="1795471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</a:t>
            </a:r>
            <a:r>
              <a:rPr lang="en-US" sz="500" dirty="0"/>
              <a:t>80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5284CBA-E338-4177-AEDD-9AEF0A8F65DA}"/>
              </a:ext>
            </a:extLst>
          </p:cNvPr>
          <p:cNvSpPr txBox="1"/>
          <p:nvPr/>
        </p:nvSpPr>
        <p:spPr>
          <a:xfrm>
            <a:off x="8365061" y="1795471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</a:t>
            </a:r>
            <a:r>
              <a:rPr lang="en-US" sz="500" dirty="0"/>
              <a:t>80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75BF385-21DE-4F33-A5DB-C041FBF66927}"/>
              </a:ext>
            </a:extLst>
          </p:cNvPr>
          <p:cNvSpPr txBox="1"/>
          <p:nvPr/>
        </p:nvSpPr>
        <p:spPr>
          <a:xfrm>
            <a:off x="7780536" y="1801792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</a:t>
            </a:r>
            <a:r>
              <a:rPr lang="en-US" sz="500" dirty="0"/>
              <a:t>85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4DAD5D1-47B2-49F3-AEFB-D65C02C74B20}"/>
              </a:ext>
            </a:extLst>
          </p:cNvPr>
          <p:cNvSpPr txBox="1"/>
          <p:nvPr/>
        </p:nvSpPr>
        <p:spPr>
          <a:xfrm>
            <a:off x="8894235" y="2885440"/>
            <a:ext cx="4614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AE" sz="500" dirty="0"/>
              <a:t>%</a:t>
            </a:r>
            <a:r>
              <a:rPr lang="en-US" sz="500" dirty="0"/>
              <a:t>40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A9436B8-745C-4676-AA46-74107C912785}"/>
              </a:ext>
            </a:extLst>
          </p:cNvPr>
          <p:cNvSpPr txBox="1"/>
          <p:nvPr/>
        </p:nvSpPr>
        <p:spPr>
          <a:xfrm>
            <a:off x="390144" y="4228716"/>
            <a:ext cx="113729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في صفحة السيطرة / تقرير شامل لأداء التمرين نريد تغيير تفاصيل الرسم البياني (</a:t>
            </a:r>
            <a:r>
              <a:rPr lang="ar-AE" sz="1400" dirty="0"/>
              <a:t>أداء الوحدة التفصيلي (محاور التقييم)) ليكون الآتي:</a:t>
            </a:r>
          </a:p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صف العنوان يحتوي على الوحدة – مرحلة التحضير – مرحلة الإنفتاح – مرحلة العمليات التعرضية .. إذا ينقسم الرسم البياني إلى مراحل حسب بيانات التقرير النهائي من صفحة المحللين.</a:t>
            </a:r>
          </a:p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الخلايا أو المربعات التي تحتوي على نقاط ملونة فهي عبارة عن نتائج ونسبة قوائم التقييم التي تم إدخالها وحفظها من قبل المحكمين (لا يلزم اعتماد المحكمين).</a:t>
            </a:r>
          </a:p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كل صف في الرسم منفصل عن الآخر، بمعنى كل صف لديه أعمدته الخاصة (أعمدة مخفية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 ) فيه ولا يلتزم بأعمدة الصفوف الأخرى، بمعنى آخر كل خلية في الصفوف عبارة أعمدة وجميع اعمدة الصفوف (الوحدات) تبدأ من أقصى اليمين ولا أريد يكون يبنهم تداخل.</a:t>
            </a:r>
            <a:b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النتائج الموجودة في خلايا الصفوف هي نتائج قوائم التقييم على حدة وتدرج الألوان ترمز النسبة المئوية لكل قائمة تقييم.</a:t>
            </a:r>
          </a:p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أثناء تحريك الماوس على الخلايا أريد إظهار إسم قائمة التقييم وإسم المحكم المسؤول </a:t>
            </a:r>
            <a:r>
              <a:rPr lang="ar-AE" sz="1400">
                <a:latin typeface="Arial" panose="020B0604020202020204" pitchFamily="34" charset="0"/>
                <a:cs typeface="Arial" panose="020B0604020202020204" pitchFamily="34" charset="0"/>
              </a:rPr>
              <a:t>عن التقييم وموقع الإعتماد.</a:t>
            </a:r>
            <a:endParaRPr lang="ar-A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- نريد أثنائ (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Double click</a:t>
            </a:r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AE" sz="1400" dirty="0">
                <a:latin typeface="Arial" panose="020B0604020202020204" pitchFamily="34" charset="0"/>
                <a:cs typeface="Arial" panose="020B0604020202020204" pitchFamily="34" charset="0"/>
              </a:rPr>
              <a:t>على الخلية يقوم النظام بفتح قائمة التقييم للإطلاع والقراءة فقط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774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251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 Al Blooshi</dc:creator>
  <cp:lastModifiedBy>Abdulla Al Blooshi</cp:lastModifiedBy>
  <cp:revision>7</cp:revision>
  <dcterms:created xsi:type="dcterms:W3CDTF">2026-05-16T09:15:30Z</dcterms:created>
  <dcterms:modified xsi:type="dcterms:W3CDTF">2026-05-16T10:31:37Z</dcterms:modified>
</cp:coreProperties>
</file>